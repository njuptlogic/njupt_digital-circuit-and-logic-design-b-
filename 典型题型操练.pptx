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sldIdLst>
    <p:sldId id="376" r:id="rId3"/>
    <p:sldId id="320" r:id="rId4"/>
    <p:sldId id="314" r:id="rId5"/>
    <p:sldId id="315" r:id="rId6"/>
    <p:sldId id="316" r:id="rId7"/>
    <p:sldId id="351" r:id="rId8"/>
    <p:sldId id="317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52" r:id="rId17"/>
    <p:sldId id="353" r:id="rId18"/>
    <p:sldId id="354" r:id="rId19"/>
    <p:sldId id="356" r:id="rId20"/>
    <p:sldId id="262" r:id="rId21"/>
    <p:sldId id="302" r:id="rId22"/>
    <p:sldId id="263" r:id="rId23"/>
    <p:sldId id="303" r:id="rId24"/>
    <p:sldId id="304" r:id="rId25"/>
    <p:sldId id="305" r:id="rId26"/>
    <p:sldId id="268" r:id="rId27"/>
    <p:sldId id="269" r:id="rId28"/>
    <p:sldId id="313" r:id="rId29"/>
    <p:sldId id="318" r:id="rId30"/>
    <p:sldId id="319" r:id="rId31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1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gs" Target="tags/tag1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notesMaster" Target="notesMasters/notesMaster1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84B3A-F0ED-4E62-9DA2-98DAAD8BE96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EB0887-E9C8-47C4-BF5C-00FA783236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E0A7D-78CC-408C-A72C-644A2689BBB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498A9-FCB7-43AB-B051-A1F35AE5BEC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D180E-BE10-4C34-AB27-D6E22CF01AC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60FED-BCA1-4E34-A226-2800680E936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DE91-6F69-4814-8105-41F0C801EF26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39C56-5445-4BCD-B264-8F4A3B388187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3C0AE-DCCC-442F-8BD9-C247D9FF5B1C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4064F-8E4F-4DAD-BC90-DA0B79D7ECCC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3679B-5F9E-4F02-BEC8-847B80795FD7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436A0-52DF-42D0-999C-A31D60F5DD6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92145-2D5D-438A-8B9E-36CA757A755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96A61-9D1F-49D6-981A-9B2FFE6F4C0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2023-2024-2 </a:t>
            </a:r>
            <a:r>
              <a:rPr lang="zh-CN" altLang="en-US"/>
              <a:t>数字电路与逻辑设计</a:t>
            </a:r>
            <a:r>
              <a:rPr lang="en-US" altLang="zh-CN"/>
              <a:t>B</a:t>
            </a:r>
            <a:r>
              <a:rPr lang="zh-CN" altLang="en-US"/>
              <a:t>期末复习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w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wmf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5.bin"/><Relationship Id="rId3" Type="http://schemas.openxmlformats.org/officeDocument/2006/relationships/image" Target="../media/image18.wmf"/><Relationship Id="rId2" Type="http://schemas.openxmlformats.org/officeDocument/2006/relationships/oleObject" Target="../embeddings/oleObject4.bin"/><Relationship Id="rId1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1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C6F5651B-C759-4F1E-A990-1BAA68748BBF}" type="datetime3">
              <a:rPr lang="zh-CN" altLang="en-US" sz="1400" smtClean="0"/>
            </a:fld>
            <a:endParaRPr lang="en-US" altLang="zh-CN" sz="140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6856DFBA-C708-4270-9E7B-EA612EEC38AC}" type="slidenum">
              <a:rPr lang="en-US" altLang="zh-CN" sz="1400" smtClean="0"/>
            </a:fld>
            <a:endParaRPr lang="en-US" altLang="zh-CN" sz="1400"/>
          </a:p>
        </p:txBody>
      </p:sp>
      <p:sp>
        <p:nvSpPr>
          <p:cNvPr id="95234" name="Rectangle 1026"/>
          <p:cNvSpPr>
            <a:spLocks noChangeArrowheads="1"/>
          </p:cNvSpPr>
          <p:nvPr/>
        </p:nvSpPr>
        <p:spPr bwMode="auto">
          <a:xfrm>
            <a:off x="1898650" y="1463675"/>
            <a:ext cx="836136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1177925"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1177925" eaLnBrk="0" fontAlgn="base" hangingPunct="0">
              <a:spcBef>
                <a:spcPct val="0"/>
              </a:spcBef>
              <a:spcAft>
                <a:spcPct val="0"/>
              </a:spcAft>
              <a:tabLst>
                <a:tab pos="377825" algn="l"/>
                <a:tab pos="3530600" algn="l"/>
                <a:tab pos="4286250" algn="l"/>
                <a:tab pos="4959350" algn="l"/>
                <a:tab pos="5994400" algn="l"/>
              </a:tabLs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zh-CN" altLang="en-US" sz="4800" b="1" dirty="0">
                <a:solidFill>
                  <a:srgbClr val="0000FF"/>
                </a:solidFill>
                <a:ea typeface="华文新魏" panose="02010800040101010101" pitchFamily="2" charset="-122"/>
              </a:rPr>
              <a:t>数字电路与逻辑设计</a:t>
            </a:r>
            <a:r>
              <a:rPr lang="en-US" altLang="zh-CN" sz="4800" b="1" dirty="0">
                <a:solidFill>
                  <a:srgbClr val="0000FF"/>
                </a:solidFill>
                <a:ea typeface="华文新魏" panose="02010800040101010101" pitchFamily="2" charset="-122"/>
              </a:rPr>
              <a:t>B</a:t>
            </a:r>
            <a:endParaRPr lang="en-US" altLang="zh-CN" sz="4800" b="1" dirty="0">
              <a:solidFill>
                <a:srgbClr val="0000FF"/>
              </a:solidFill>
              <a:ea typeface="华文新魏" panose="0201080004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zh-CN" sz="4800" b="1" noProof="1">
                <a:solidFill>
                  <a:srgbClr val="0000FF"/>
                </a:solidFill>
                <a:ea typeface="华文新魏" panose="02010800040101010101" pitchFamily="2" charset="-122"/>
              </a:rPr>
              <a:t>典型题型</a:t>
            </a:r>
            <a:r>
              <a:rPr lang="zh-CN" altLang="zh-CN" sz="4800" b="1" noProof="1">
                <a:solidFill>
                  <a:srgbClr val="0000FF"/>
                </a:solidFill>
                <a:ea typeface="华文新魏" panose="02010800040101010101" pitchFamily="2" charset="-122"/>
              </a:rPr>
              <a:t>操练</a:t>
            </a:r>
            <a:endParaRPr lang="zh-CN" altLang="zh-CN" sz="4800" b="1" noProof="1">
              <a:solidFill>
                <a:srgbClr val="0000FF"/>
              </a:solidFill>
              <a:ea typeface="华文新魏" panose="02010800040101010101" pitchFamily="2" charset="-122"/>
            </a:endParaRPr>
          </a:p>
        </p:txBody>
      </p:sp>
      <p:sp>
        <p:nvSpPr>
          <p:cNvPr id="95235" name="Text Box 1027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4024313" y="3189288"/>
            <a:ext cx="4143375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南京邮电大学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1424" name="Text Box 2048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464903" y="4197350"/>
            <a:ext cx="7394713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电子与光学工程学院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31425" name="Text Box 2049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3640773" y="4926013"/>
            <a:ext cx="4857750" cy="645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3600" b="1" u="sng" dirty="0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臧裕斌</a:t>
            </a:r>
            <a:endParaRPr lang="zh-CN" altLang="en-US" sz="3600" b="1" u="sng" dirty="0">
              <a:solidFill>
                <a:srgbClr val="FF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8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6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4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"/>
                                        <p:tgtEl>
                                          <p:spTgt spid="9523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2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300"/>
                                        <p:tgtEl>
                                          <p:spTgt spid="95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300"/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47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300"/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4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23142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1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231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79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37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599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23142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300"/>
                                        <p:tgtEl>
                                          <p:spTgt spid="231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 bldLvl="0" animBg="1" autoUpdateAnimBg="0"/>
      <p:bldP spid="95235" grpId="0" advAuto="0" autoUpdateAnimBg="0" build="p"/>
      <p:bldP spid="231424" grpId="0" advAuto="0" autoUpdateAnimBg="0" build="p"/>
      <p:bldP spid="231425" grpId="0" advAuto="0" autoUpdateAnimBg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54660" y="551122"/>
            <a:ext cx="11537315" cy="1134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indent="0" algn="l" defTabSz="914400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小明同学在使用卡诺图化简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元逻辑函数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zh-CN" sz="2400" b="0" i="1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时，错误地将卡诺图中的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按照化简步骤圈了起来，并得到了错误的最简与或式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029051" y="1191270"/>
          <a:ext cx="4261232" cy="494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2" name="" r:id="rId1" imgW="2120900" imgH="241300" progId="Equation.KSEE3">
                  <p:embed/>
                </p:oleObj>
              </mc:Choice>
              <mc:Fallback>
                <p:oleObj name="" r:id="rId1" imgW="2120900" imgH="241300" progId="Equation.KSEE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9051" y="1191270"/>
                        <a:ext cx="4261232" cy="4944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54655" y="1858621"/>
            <a:ext cx="110794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假定小明仅仅只是圈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zh-CN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这一步做错了，其他步骤正确，试写出正确的最简与或式。 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1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73" y="2756853"/>
            <a:ext cx="3020175" cy="2772000"/>
          </a:xfrm>
          <a:prstGeom prst="rect">
            <a:avLst/>
          </a:prstGeom>
        </p:spPr>
      </p:pic>
      <p:pic>
        <p:nvPicPr>
          <p:cNvPr id="11" name="图片 2" descr="图片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593" y="2757170"/>
            <a:ext cx="3019192" cy="2772000"/>
          </a:xfrm>
          <a:prstGeom prst="rect">
            <a:avLst/>
          </a:prstGeom>
        </p:spPr>
      </p:pic>
      <p:pic>
        <p:nvPicPr>
          <p:cNvPr id="12" name="图片 3" descr="图片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0113" y="2757170"/>
            <a:ext cx="3019192" cy="2772000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48494" y="5695222"/>
          <a:ext cx="4415155" cy="494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6" imgW="2197100" imgH="241300" progId="Equation.KSEE3">
                  <p:embed/>
                </p:oleObj>
              </mc:Choice>
              <mc:Fallback>
                <p:oleObj name="" r:id="rId6" imgW="2197100" imgH="241300" progId="Equation.KSEE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8494" y="5695222"/>
                        <a:ext cx="4415155" cy="4946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26978" y="451651"/>
            <a:ext cx="6097464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aseline="0" dirty="0">
                <a:cs typeface="Times New Roman" panose="02020603050405020304" pitchFamily="18" charset="0"/>
              </a:rPr>
              <a:t>2. </a:t>
            </a:r>
            <a:r>
              <a:rPr kumimoji="0" lang="zh-CN" altLang="en-US" sz="2400" baseline="0" dirty="0">
                <a:latin typeface="宋体" panose="02010600030101010101" pitchFamily="2" charset="-122"/>
              </a:rPr>
              <a:t>分析</a:t>
            </a:r>
            <a:r>
              <a:rPr lang="zh-CN" altLang="en-US" sz="2400" dirty="0">
                <a:latin typeface="宋体" panose="02010600030101010101" pitchFamily="2" charset="-122"/>
              </a:rPr>
              <a:t>下</a:t>
            </a:r>
            <a:r>
              <a:rPr kumimoji="0" lang="zh-CN" altLang="en-US" sz="2400" baseline="0" dirty="0">
                <a:latin typeface="宋体" panose="02010600030101010101" pitchFamily="2" charset="-122"/>
              </a:rPr>
              <a:t>图电路的逻辑功能。</a:t>
            </a:r>
            <a:r>
              <a:rPr kumimoji="0" lang="zh-CN" altLang="en-US" sz="2400" baseline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kumimoji="0" lang="zh-CN" altLang="en-US" sz="2400" baseline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19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3" t="6123" r="61978" b="75789"/>
          <a:stretch>
            <a:fillRect/>
          </a:stretch>
        </p:blipFill>
        <p:spPr bwMode="auto">
          <a:xfrm>
            <a:off x="344805" y="1176020"/>
            <a:ext cx="6912610" cy="406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7034530" y="1747520"/>
            <a:ext cx="4316730" cy="147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）由逻辑图逐级写出表达式，进行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化简与变换</a:t>
            </a:r>
            <a:r>
              <a:rPr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  <a:endParaRPr lang="zh-CN" altLang="en-US" sz="2800" i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034530" y="3269615"/>
            <a:ext cx="4796155" cy="64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just">
              <a:lnSpc>
                <a:spcPct val="131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）由表达式列出真值表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31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131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endParaRPr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034530" y="3965575"/>
            <a:ext cx="3970020" cy="633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>
              <a:lnSpc>
                <a:spcPct val="131000"/>
              </a:lnSpc>
              <a:spcBef>
                <a:spcPct val="20000"/>
              </a:spcBef>
              <a:buClr>
                <a:schemeClr val="accent1"/>
              </a:buClr>
              <a:buSzPct val="70000"/>
              <a:buFont typeface="Monotype Sorts" pitchFamily="2" charset="2"/>
              <a:buNone/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）分析逻辑功能 。              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Box 174"/>
          <p:cNvSpPr txBox="1">
            <a:spLocks noChangeArrowheads="1"/>
          </p:cNvSpPr>
          <p:nvPr/>
        </p:nvSpPr>
        <p:spPr bwMode="auto">
          <a:xfrm>
            <a:off x="731105" y="3393893"/>
            <a:ext cx="285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3)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确定逻辑功能 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Text Box 175"/>
          <p:cNvSpPr txBox="1">
            <a:spLocks noChangeArrowheads="1"/>
          </p:cNvSpPr>
          <p:nvPr/>
        </p:nvSpPr>
        <p:spPr bwMode="auto">
          <a:xfrm>
            <a:off x="731105" y="4064611"/>
            <a:ext cx="6390664" cy="1464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该电路实现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位二进制全减器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的功能。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、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1" lang="en-US" altLang="zh-CN" sz="24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分别表示被减数、减数、来自低位的借位、本位差、本位向高位的借位。</a:t>
            </a:r>
            <a:endParaRPr kumimoji="1" lang="zh-CN" altLang="en-US" sz="24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1201005" y="1137261"/>
            <a:ext cx="2786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A⊕B⊕C</a:t>
            </a:r>
            <a:endParaRPr kumimoji="0" lang="en-US" altLang="zh-CN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6" name="Group 21"/>
          <p:cNvGrpSpPr/>
          <p:nvPr/>
        </p:nvGrpSpPr>
        <p:grpSpPr bwMode="auto">
          <a:xfrm>
            <a:off x="1197830" y="1756386"/>
            <a:ext cx="3335337" cy="522287"/>
            <a:chOff x="1836" y="1761"/>
            <a:chExt cx="2101" cy="329"/>
          </a:xfrm>
        </p:grpSpPr>
        <p:sp>
          <p:nvSpPr>
            <p:cNvPr id="17" name="Text Box 5"/>
            <p:cNvSpPr txBox="1">
              <a:spLocks noChangeArrowheads="1"/>
            </p:cNvSpPr>
            <p:nvPr/>
          </p:nvSpPr>
          <p:spPr bwMode="auto">
            <a:xfrm>
              <a:off x="1836" y="1761"/>
              <a:ext cx="2101" cy="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A(B ⊕C) + BC</a:t>
              </a:r>
              <a:endPara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Line 20"/>
            <p:cNvSpPr>
              <a:spLocks noChangeShapeType="1"/>
            </p:cNvSpPr>
            <p:nvPr/>
          </p:nvSpPr>
          <p:spPr bwMode="auto">
            <a:xfrm>
              <a:off x="2365" y="1829"/>
              <a:ext cx="10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0" cap="none" spc="0" normalizeH="0" baseline="5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9" name="Text Box 174"/>
          <p:cNvSpPr txBox="1">
            <a:spLocks noChangeArrowheads="1"/>
          </p:cNvSpPr>
          <p:nvPr/>
        </p:nvSpPr>
        <p:spPr bwMode="auto">
          <a:xfrm>
            <a:off x="696180" y="465748"/>
            <a:ext cx="285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1)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写表达式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" name="Text Box 174"/>
          <p:cNvSpPr txBox="1">
            <a:spLocks noChangeArrowheads="1"/>
          </p:cNvSpPr>
          <p:nvPr/>
        </p:nvSpPr>
        <p:spPr bwMode="auto">
          <a:xfrm>
            <a:off x="731104" y="2602199"/>
            <a:ext cx="285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2)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列真值表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1" name="Group 195"/>
          <p:cNvGraphicFramePr>
            <a:graphicFrameLocks noGrp="1"/>
          </p:cNvGraphicFramePr>
          <p:nvPr/>
        </p:nvGraphicFramePr>
        <p:xfrm>
          <a:off x="7407153" y="787644"/>
          <a:ext cx="3429000" cy="4752978"/>
        </p:xfrm>
        <a:graphic>
          <a:graphicData uri="http://schemas.openxmlformats.org/drawingml/2006/table">
            <a:tbl>
              <a:tblPr/>
              <a:tblGrid>
                <a:gridCol w="1952625"/>
                <a:gridCol w="1476375"/>
              </a:tblGrid>
              <a:tr h="7105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B   C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F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1    0    1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53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1    1    1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14" grpId="0" autoUpdateAnimBg="0"/>
      <p:bldP spid="15" grpId="0" autoUpdateAnimBg="0"/>
      <p:bldP spid="19" grpId="0" autoUpdateAnimBg="0"/>
      <p:bldP spid="2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387350" y="295274"/>
            <a:ext cx="11417300" cy="177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3. 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电话室需对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种电话编码控制，按紧急次序排列优先权高低为：火警电话、急救电话、普通电话，分别编码为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11, 10, 01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；当无电话时，编码为</a:t>
            </a:r>
            <a:r>
              <a:rPr kumimoji="0" lang="en-US" altLang="zh-CN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00</a:t>
            </a:r>
            <a:r>
              <a:rPr kumimoji="0" lang="zh-CN" altLang="en-US" sz="28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Times New Roman" panose="02020603050405020304" pitchFamily="18" charset="0"/>
              </a:rPr>
              <a:t>。试用与非门设计编码电路。</a:t>
            </a:r>
            <a:endParaRPr kumimoji="0" lang="zh-CN" altLang="en-US" sz="28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221343" y="2160996"/>
            <a:ext cx="11843657" cy="1899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0" hangingPunct="0">
              <a:lnSpc>
                <a:spcPct val="14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）确定输入输出变量（个数、名称），列出真值表；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）写出逻辑表达式，并根据所选器件，化简成相应形式的最简表达式；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0" hangingPunct="0">
              <a:lnSpc>
                <a:spcPct val="14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）画出逻辑图。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87350" y="1003166"/>
            <a:ext cx="11561396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解：令火警电话、急救电话、普通电话分别为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A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，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B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，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C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，编码输出为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，</a:t>
            </a: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D</a:t>
            </a:r>
            <a:r>
              <a:rPr kumimoji="0" lang="en-US" altLang="zh-CN" sz="240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0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。</a:t>
            </a:r>
            <a:endParaRPr kumimoji="0" lang="en-US" altLang="zh-CN" sz="24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  <p:graphicFrame>
        <p:nvGraphicFramePr>
          <p:cNvPr id="9" name="Group 39"/>
          <p:cNvGraphicFramePr>
            <a:graphicFrameLocks noGrp="1"/>
          </p:cNvGraphicFramePr>
          <p:nvPr/>
        </p:nvGraphicFramePr>
        <p:xfrm>
          <a:off x="4038283" y="2484120"/>
          <a:ext cx="3429000" cy="2706628"/>
        </p:xfrm>
        <a:graphic>
          <a:graphicData uri="http://schemas.openxmlformats.org/drawingml/2006/table">
            <a:tbl>
              <a:tblPr/>
              <a:tblGrid>
                <a:gridCol w="1952625"/>
                <a:gridCol w="1476375"/>
              </a:tblGrid>
              <a:tr h="7035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B   C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D</a:t>
                      </a:r>
                      <a:r>
                        <a:rPr kumimoji="1" lang="en-US" altLang="zh-CN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7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</a:t>
                      </a: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  </a:t>
                      </a: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3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7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0    1   </a:t>
                      </a: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Ø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1      0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7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0    0    1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0      1</a:t>
                      </a:r>
                      <a:endParaRPr kumimoji="1" lang="en-US" altLang="zh-CN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07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0    0    0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0      0</a:t>
                      </a:r>
                      <a:endParaRPr kumimoji="1" lang="en-US" altLang="zh-CN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19050" marR="19050" marT="0" marB="0" anchor="ctr" anchorCtr="1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387350" y="1697587"/>
            <a:ext cx="4888035" cy="5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1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</a:rPr>
              <a:t>）列真值表</a:t>
            </a:r>
            <a:endParaRPr kumimoji="0" lang="zh-CN" altLang="en-US" sz="2400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91" name="Group 5"/>
          <p:cNvGrpSpPr/>
          <p:nvPr/>
        </p:nvGrpSpPr>
        <p:grpSpPr bwMode="auto">
          <a:xfrm>
            <a:off x="875201" y="1025525"/>
            <a:ext cx="3455987" cy="1803400"/>
            <a:chOff x="665" y="1898"/>
            <a:chExt cx="2177" cy="1136"/>
          </a:xfrm>
        </p:grpSpPr>
        <p:sp>
          <p:nvSpPr>
            <p:cNvPr id="92" name="Rectangle 6"/>
            <p:cNvSpPr>
              <a:spLocks noChangeArrowheads="1"/>
            </p:cNvSpPr>
            <p:nvPr/>
          </p:nvSpPr>
          <p:spPr bwMode="auto">
            <a:xfrm>
              <a:off x="778" y="2090"/>
              <a:ext cx="43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93" name="Group 7"/>
            <p:cNvGrpSpPr/>
            <p:nvPr/>
          </p:nvGrpSpPr>
          <p:grpSpPr bwMode="auto">
            <a:xfrm>
              <a:off x="665" y="1898"/>
              <a:ext cx="2177" cy="1136"/>
              <a:chOff x="665" y="1898"/>
              <a:chExt cx="2177" cy="1136"/>
            </a:xfrm>
          </p:grpSpPr>
          <p:sp>
            <p:nvSpPr>
              <p:cNvPr id="94" name="Rectangle 8"/>
              <p:cNvSpPr>
                <a:spLocks noChangeArrowheads="1"/>
              </p:cNvSpPr>
              <p:nvPr/>
            </p:nvSpPr>
            <p:spPr bwMode="auto">
              <a:xfrm>
                <a:off x="2458" y="2698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5" name="Rectangle 9"/>
              <p:cNvSpPr>
                <a:spLocks noChangeArrowheads="1"/>
              </p:cNvSpPr>
              <p:nvPr/>
            </p:nvSpPr>
            <p:spPr bwMode="auto">
              <a:xfrm>
                <a:off x="2074" y="2698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6" name="Rectangle 10"/>
              <p:cNvSpPr>
                <a:spLocks noChangeArrowheads="1"/>
              </p:cNvSpPr>
              <p:nvPr/>
            </p:nvSpPr>
            <p:spPr bwMode="auto">
              <a:xfrm>
                <a:off x="1642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7" name="Rectangle 11"/>
              <p:cNvSpPr>
                <a:spLocks noChangeArrowheads="1"/>
              </p:cNvSpPr>
              <p:nvPr/>
            </p:nvSpPr>
            <p:spPr bwMode="auto">
              <a:xfrm>
                <a:off x="1210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8" name="Rectangle 12"/>
              <p:cNvSpPr>
                <a:spLocks noChangeArrowheads="1"/>
              </p:cNvSpPr>
              <p:nvPr/>
            </p:nvSpPr>
            <p:spPr bwMode="auto">
              <a:xfrm>
                <a:off x="778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99" name="Rectangle 13"/>
              <p:cNvSpPr>
                <a:spLocks noChangeArrowheads="1"/>
              </p:cNvSpPr>
              <p:nvPr/>
            </p:nvSpPr>
            <p:spPr bwMode="auto">
              <a:xfrm>
                <a:off x="2458" y="2396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0" name="Rectangle 14"/>
              <p:cNvSpPr>
                <a:spLocks noChangeArrowheads="1"/>
              </p:cNvSpPr>
              <p:nvPr/>
            </p:nvSpPr>
            <p:spPr bwMode="auto">
              <a:xfrm>
                <a:off x="2074" y="2396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1" name="Rectangle 15"/>
              <p:cNvSpPr>
                <a:spLocks noChangeArrowheads="1"/>
              </p:cNvSpPr>
              <p:nvPr/>
            </p:nvSpPr>
            <p:spPr bwMode="auto">
              <a:xfrm>
                <a:off x="1642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2" name="Rectangle 16"/>
              <p:cNvSpPr>
                <a:spLocks noChangeArrowheads="1"/>
              </p:cNvSpPr>
              <p:nvPr/>
            </p:nvSpPr>
            <p:spPr bwMode="auto">
              <a:xfrm>
                <a:off x="1210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3" name="Rectangle 17"/>
              <p:cNvSpPr>
                <a:spLocks noChangeArrowheads="1"/>
              </p:cNvSpPr>
              <p:nvPr/>
            </p:nvSpPr>
            <p:spPr bwMode="auto">
              <a:xfrm>
                <a:off x="778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4" name="Rectangle 18"/>
              <p:cNvSpPr>
                <a:spLocks noChangeArrowheads="1"/>
              </p:cNvSpPr>
              <p:nvPr/>
            </p:nvSpPr>
            <p:spPr bwMode="auto">
              <a:xfrm>
                <a:off x="2458" y="2090"/>
                <a:ext cx="38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5" name="Rectangle 19"/>
              <p:cNvSpPr>
                <a:spLocks noChangeArrowheads="1"/>
              </p:cNvSpPr>
              <p:nvPr/>
            </p:nvSpPr>
            <p:spPr bwMode="auto">
              <a:xfrm>
                <a:off x="2074" y="2090"/>
                <a:ext cx="38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6" name="Rectangle 20"/>
              <p:cNvSpPr>
                <a:spLocks noChangeArrowheads="1"/>
              </p:cNvSpPr>
              <p:nvPr/>
            </p:nvSpPr>
            <p:spPr bwMode="auto">
              <a:xfrm>
                <a:off x="1642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7" name="Rectangle 21"/>
              <p:cNvSpPr>
                <a:spLocks noChangeArrowheads="1"/>
              </p:cNvSpPr>
              <p:nvPr/>
            </p:nvSpPr>
            <p:spPr bwMode="auto">
              <a:xfrm>
                <a:off x="1210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8" name="Line 22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09" name="Line 23"/>
              <p:cNvSpPr>
                <a:spLocks noChangeShapeType="1"/>
              </p:cNvSpPr>
              <p:nvPr/>
            </p:nvSpPr>
            <p:spPr bwMode="auto">
              <a:xfrm>
                <a:off x="778" y="3034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0" name="Line 24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0" cy="30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1" name="Line 25"/>
              <p:cNvSpPr>
                <a:spLocks noChangeShapeType="1"/>
              </p:cNvSpPr>
              <p:nvPr/>
            </p:nvSpPr>
            <p:spPr bwMode="auto">
              <a:xfrm>
                <a:off x="2842" y="2090"/>
                <a:ext cx="0" cy="30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2" name="Line 26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3" name="Line 27"/>
              <p:cNvSpPr>
                <a:spLocks noChangeShapeType="1"/>
              </p:cNvSpPr>
              <p:nvPr/>
            </p:nvSpPr>
            <p:spPr bwMode="auto">
              <a:xfrm>
                <a:off x="1210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4" name="Line 28"/>
              <p:cNvSpPr>
                <a:spLocks noChangeShapeType="1"/>
              </p:cNvSpPr>
              <p:nvPr/>
            </p:nvSpPr>
            <p:spPr bwMode="auto">
              <a:xfrm>
                <a:off x="778" y="2396"/>
                <a:ext cx="0" cy="30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5" name="Line 29"/>
              <p:cNvSpPr>
                <a:spLocks noChangeShapeType="1"/>
              </p:cNvSpPr>
              <p:nvPr/>
            </p:nvSpPr>
            <p:spPr bwMode="auto">
              <a:xfrm>
                <a:off x="1210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6" name="Line 30"/>
              <p:cNvSpPr>
                <a:spLocks noChangeShapeType="1"/>
              </p:cNvSpPr>
              <p:nvPr/>
            </p:nvSpPr>
            <p:spPr bwMode="auto">
              <a:xfrm>
                <a:off x="1210" y="2396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7" name="Line 31"/>
              <p:cNvSpPr>
                <a:spLocks noChangeShapeType="1"/>
              </p:cNvSpPr>
              <p:nvPr/>
            </p:nvSpPr>
            <p:spPr bwMode="auto">
              <a:xfrm>
                <a:off x="1642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8" name="Line 32"/>
              <p:cNvSpPr>
                <a:spLocks noChangeShapeType="1"/>
              </p:cNvSpPr>
              <p:nvPr/>
            </p:nvSpPr>
            <p:spPr bwMode="auto">
              <a:xfrm>
                <a:off x="1642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19" name="Line 33"/>
              <p:cNvSpPr>
                <a:spLocks noChangeShapeType="1"/>
              </p:cNvSpPr>
              <p:nvPr/>
            </p:nvSpPr>
            <p:spPr bwMode="auto">
              <a:xfrm>
                <a:off x="2074" y="2090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0" name="Line 34"/>
              <p:cNvSpPr>
                <a:spLocks noChangeShapeType="1"/>
              </p:cNvSpPr>
              <p:nvPr/>
            </p:nvSpPr>
            <p:spPr bwMode="auto">
              <a:xfrm>
                <a:off x="2074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1" name="Line 35"/>
              <p:cNvSpPr>
                <a:spLocks noChangeShapeType="1"/>
              </p:cNvSpPr>
              <p:nvPr/>
            </p:nvSpPr>
            <p:spPr bwMode="auto">
              <a:xfrm>
                <a:off x="2458" y="2090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2" name="Line 36"/>
              <p:cNvSpPr>
                <a:spLocks noChangeShapeType="1"/>
              </p:cNvSpPr>
              <p:nvPr/>
            </p:nvSpPr>
            <p:spPr bwMode="auto">
              <a:xfrm>
                <a:off x="2458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3" name="Line 37"/>
              <p:cNvSpPr>
                <a:spLocks noChangeShapeType="1"/>
              </p:cNvSpPr>
              <p:nvPr/>
            </p:nvSpPr>
            <p:spPr bwMode="auto">
              <a:xfrm>
                <a:off x="2842" y="2396"/>
                <a:ext cx="0" cy="638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4" name="Line 38"/>
              <p:cNvSpPr>
                <a:spLocks noChangeShapeType="1"/>
              </p:cNvSpPr>
              <p:nvPr/>
            </p:nvSpPr>
            <p:spPr bwMode="auto">
              <a:xfrm>
                <a:off x="778" y="2698"/>
                <a:ext cx="0" cy="33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5" name="Line 39"/>
              <p:cNvSpPr>
                <a:spLocks noChangeShapeType="1"/>
              </p:cNvSpPr>
              <p:nvPr/>
            </p:nvSpPr>
            <p:spPr bwMode="auto">
              <a:xfrm>
                <a:off x="1210" y="2698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6" name="Line 40"/>
              <p:cNvSpPr>
                <a:spLocks noChangeShapeType="1"/>
              </p:cNvSpPr>
              <p:nvPr/>
            </p:nvSpPr>
            <p:spPr bwMode="auto">
              <a:xfrm>
                <a:off x="1210" y="3034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7" name="Text Box 41"/>
              <p:cNvSpPr txBox="1">
                <a:spLocks noChangeArrowheads="1"/>
              </p:cNvSpPr>
              <p:nvPr/>
            </p:nvSpPr>
            <p:spPr bwMode="auto">
              <a:xfrm>
                <a:off x="665" y="2195"/>
                <a:ext cx="25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28" name="Text Box 42"/>
              <p:cNvSpPr txBox="1">
                <a:spLocks noChangeArrowheads="1"/>
              </p:cNvSpPr>
              <p:nvPr/>
            </p:nvSpPr>
            <p:spPr bwMode="auto">
              <a:xfrm>
                <a:off x="922" y="1898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BC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29" name="Text Box 45"/>
          <p:cNvSpPr txBox="1">
            <a:spLocks noChangeArrowheads="1"/>
          </p:cNvSpPr>
          <p:nvPr/>
        </p:nvSpPr>
        <p:spPr bwMode="auto">
          <a:xfrm>
            <a:off x="875201" y="425450"/>
            <a:ext cx="6819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）列卡诺图，写最简表达式</a:t>
            </a:r>
            <a:endParaRPr kumimoji="0" lang="zh-CN" altLang="en-US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" name="AutoShape 46"/>
          <p:cNvSpPr>
            <a:spLocks noChangeArrowheads="1"/>
          </p:cNvSpPr>
          <p:nvPr/>
        </p:nvSpPr>
        <p:spPr bwMode="auto">
          <a:xfrm>
            <a:off x="3194538" y="1862138"/>
            <a:ext cx="1011238" cy="89217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1" name="AutoShape 47"/>
          <p:cNvSpPr>
            <a:spLocks noChangeArrowheads="1"/>
          </p:cNvSpPr>
          <p:nvPr/>
        </p:nvSpPr>
        <p:spPr bwMode="auto">
          <a:xfrm>
            <a:off x="1932476" y="2413000"/>
            <a:ext cx="2346325" cy="3429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2" name="Text Box 49"/>
          <p:cNvSpPr txBox="1">
            <a:spLocks noChangeArrowheads="1"/>
          </p:cNvSpPr>
          <p:nvPr/>
        </p:nvSpPr>
        <p:spPr bwMode="auto">
          <a:xfrm>
            <a:off x="2132501" y="2911475"/>
            <a:ext cx="1679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D</a:t>
            </a:r>
            <a:r>
              <a:rPr kumimoji="0" lang="en-US" altLang="zh-CN" sz="2800" b="1" i="0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= A+B</a:t>
            </a:r>
            <a:r>
              <a: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kumimoji="0" lang="en-US" altLang="zh-CN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33" name="Group 59"/>
          <p:cNvGrpSpPr/>
          <p:nvPr/>
        </p:nvGrpSpPr>
        <p:grpSpPr bwMode="auto">
          <a:xfrm>
            <a:off x="4802676" y="1019175"/>
            <a:ext cx="3455987" cy="1803400"/>
            <a:chOff x="665" y="1898"/>
            <a:chExt cx="2177" cy="1136"/>
          </a:xfrm>
        </p:grpSpPr>
        <p:sp>
          <p:nvSpPr>
            <p:cNvPr id="134" name="Rectangle 60"/>
            <p:cNvSpPr>
              <a:spLocks noChangeArrowheads="1"/>
            </p:cNvSpPr>
            <p:nvPr/>
          </p:nvSpPr>
          <p:spPr bwMode="auto">
            <a:xfrm>
              <a:off x="778" y="2090"/>
              <a:ext cx="432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135" name="Group 61"/>
            <p:cNvGrpSpPr/>
            <p:nvPr/>
          </p:nvGrpSpPr>
          <p:grpSpPr bwMode="auto">
            <a:xfrm>
              <a:off x="665" y="1898"/>
              <a:ext cx="2177" cy="1136"/>
              <a:chOff x="665" y="1898"/>
              <a:chExt cx="2177" cy="1136"/>
            </a:xfrm>
          </p:grpSpPr>
          <p:sp>
            <p:nvSpPr>
              <p:cNvPr id="136" name="Rectangle 62"/>
              <p:cNvSpPr>
                <a:spLocks noChangeArrowheads="1"/>
              </p:cNvSpPr>
              <p:nvPr/>
            </p:nvSpPr>
            <p:spPr bwMode="auto">
              <a:xfrm>
                <a:off x="2458" y="2698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7" name="Rectangle 63"/>
              <p:cNvSpPr>
                <a:spLocks noChangeArrowheads="1"/>
              </p:cNvSpPr>
              <p:nvPr/>
            </p:nvSpPr>
            <p:spPr bwMode="auto">
              <a:xfrm>
                <a:off x="2074" y="2698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8" name="Rectangle 64"/>
              <p:cNvSpPr>
                <a:spLocks noChangeArrowheads="1"/>
              </p:cNvSpPr>
              <p:nvPr/>
            </p:nvSpPr>
            <p:spPr bwMode="auto">
              <a:xfrm>
                <a:off x="1642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39" name="Rectangle 65"/>
              <p:cNvSpPr>
                <a:spLocks noChangeArrowheads="1"/>
              </p:cNvSpPr>
              <p:nvPr/>
            </p:nvSpPr>
            <p:spPr bwMode="auto">
              <a:xfrm>
                <a:off x="1210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0" name="Rectangle 66"/>
              <p:cNvSpPr>
                <a:spLocks noChangeArrowheads="1"/>
              </p:cNvSpPr>
              <p:nvPr/>
            </p:nvSpPr>
            <p:spPr bwMode="auto">
              <a:xfrm>
                <a:off x="778" y="2698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1" name="Rectangle 67"/>
              <p:cNvSpPr>
                <a:spLocks noChangeArrowheads="1"/>
              </p:cNvSpPr>
              <p:nvPr/>
            </p:nvSpPr>
            <p:spPr bwMode="auto">
              <a:xfrm>
                <a:off x="2458" y="2396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2" name="Rectangle 68"/>
              <p:cNvSpPr>
                <a:spLocks noChangeArrowheads="1"/>
              </p:cNvSpPr>
              <p:nvPr/>
            </p:nvSpPr>
            <p:spPr bwMode="auto">
              <a:xfrm>
                <a:off x="2074" y="2396"/>
                <a:ext cx="384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3" name="Rectangle 69"/>
              <p:cNvSpPr>
                <a:spLocks noChangeArrowheads="1"/>
              </p:cNvSpPr>
              <p:nvPr/>
            </p:nvSpPr>
            <p:spPr bwMode="auto">
              <a:xfrm>
                <a:off x="1642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4" name="Rectangle 70"/>
              <p:cNvSpPr>
                <a:spLocks noChangeArrowheads="1"/>
              </p:cNvSpPr>
              <p:nvPr/>
            </p:nvSpPr>
            <p:spPr bwMode="auto">
              <a:xfrm>
                <a:off x="1210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5" name="Rectangle 71"/>
              <p:cNvSpPr>
                <a:spLocks noChangeArrowheads="1"/>
              </p:cNvSpPr>
              <p:nvPr/>
            </p:nvSpPr>
            <p:spPr bwMode="auto">
              <a:xfrm>
                <a:off x="778" y="2396"/>
                <a:ext cx="432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6" name="Rectangle 72"/>
              <p:cNvSpPr>
                <a:spLocks noChangeArrowheads="1"/>
              </p:cNvSpPr>
              <p:nvPr/>
            </p:nvSpPr>
            <p:spPr bwMode="auto">
              <a:xfrm>
                <a:off x="2458" y="2090"/>
                <a:ext cx="38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7" name="Rectangle 73"/>
              <p:cNvSpPr>
                <a:spLocks noChangeArrowheads="1"/>
              </p:cNvSpPr>
              <p:nvPr/>
            </p:nvSpPr>
            <p:spPr bwMode="auto">
              <a:xfrm>
                <a:off x="2074" y="2090"/>
                <a:ext cx="384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8" name="Rectangle 74"/>
              <p:cNvSpPr>
                <a:spLocks noChangeArrowheads="1"/>
              </p:cNvSpPr>
              <p:nvPr/>
            </p:nvSpPr>
            <p:spPr bwMode="auto">
              <a:xfrm>
                <a:off x="1642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01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49" name="Rectangle 75"/>
              <p:cNvSpPr>
                <a:spLocks noChangeArrowheads="1"/>
              </p:cNvSpPr>
              <p:nvPr/>
            </p:nvSpPr>
            <p:spPr bwMode="auto">
              <a:xfrm>
                <a:off x="1210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00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0" name="Line 76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1" name="Line 77"/>
              <p:cNvSpPr>
                <a:spLocks noChangeShapeType="1"/>
              </p:cNvSpPr>
              <p:nvPr/>
            </p:nvSpPr>
            <p:spPr bwMode="auto">
              <a:xfrm>
                <a:off x="778" y="3034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2" name="Line 78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0" cy="30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" name="Line 79"/>
              <p:cNvSpPr>
                <a:spLocks noChangeShapeType="1"/>
              </p:cNvSpPr>
              <p:nvPr/>
            </p:nvSpPr>
            <p:spPr bwMode="auto">
              <a:xfrm>
                <a:off x="2842" y="2090"/>
                <a:ext cx="0" cy="30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4" name="Line 80"/>
              <p:cNvSpPr>
                <a:spLocks noChangeShapeType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line">
                <a:avLst/>
              </a:prstGeom>
              <a:noFill/>
              <a:ln w="28575" cap="rnd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5" name="Line 81"/>
              <p:cNvSpPr>
                <a:spLocks noChangeShapeType="1"/>
              </p:cNvSpPr>
              <p:nvPr/>
            </p:nvSpPr>
            <p:spPr bwMode="auto">
              <a:xfrm>
                <a:off x="1210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6" name="Line 82"/>
              <p:cNvSpPr>
                <a:spLocks noChangeShapeType="1"/>
              </p:cNvSpPr>
              <p:nvPr/>
            </p:nvSpPr>
            <p:spPr bwMode="auto">
              <a:xfrm>
                <a:off x="778" y="2396"/>
                <a:ext cx="0" cy="30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7" name="Line 83"/>
              <p:cNvSpPr>
                <a:spLocks noChangeShapeType="1"/>
              </p:cNvSpPr>
              <p:nvPr/>
            </p:nvSpPr>
            <p:spPr bwMode="auto">
              <a:xfrm>
                <a:off x="1210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8" name="Line 84"/>
              <p:cNvSpPr>
                <a:spLocks noChangeShapeType="1"/>
              </p:cNvSpPr>
              <p:nvPr/>
            </p:nvSpPr>
            <p:spPr bwMode="auto">
              <a:xfrm>
                <a:off x="1210" y="2396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9" name="Line 85"/>
              <p:cNvSpPr>
                <a:spLocks noChangeShapeType="1"/>
              </p:cNvSpPr>
              <p:nvPr/>
            </p:nvSpPr>
            <p:spPr bwMode="auto">
              <a:xfrm>
                <a:off x="1642" y="2090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0" name="Line 86"/>
              <p:cNvSpPr>
                <a:spLocks noChangeShapeType="1"/>
              </p:cNvSpPr>
              <p:nvPr/>
            </p:nvSpPr>
            <p:spPr bwMode="auto">
              <a:xfrm>
                <a:off x="1642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1" name="Line 87"/>
              <p:cNvSpPr>
                <a:spLocks noChangeShapeType="1"/>
              </p:cNvSpPr>
              <p:nvPr/>
            </p:nvSpPr>
            <p:spPr bwMode="auto">
              <a:xfrm>
                <a:off x="2074" y="2090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2" name="Line 88"/>
              <p:cNvSpPr>
                <a:spLocks noChangeShapeType="1"/>
              </p:cNvSpPr>
              <p:nvPr/>
            </p:nvSpPr>
            <p:spPr bwMode="auto">
              <a:xfrm>
                <a:off x="2074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3" name="Line 89"/>
              <p:cNvSpPr>
                <a:spLocks noChangeShapeType="1"/>
              </p:cNvSpPr>
              <p:nvPr/>
            </p:nvSpPr>
            <p:spPr bwMode="auto">
              <a:xfrm>
                <a:off x="2458" y="2090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4" name="Line 90"/>
              <p:cNvSpPr>
                <a:spLocks noChangeShapeType="1"/>
              </p:cNvSpPr>
              <p:nvPr/>
            </p:nvSpPr>
            <p:spPr bwMode="auto">
              <a:xfrm>
                <a:off x="2458" y="2396"/>
                <a:ext cx="0" cy="638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5" name="Line 91"/>
              <p:cNvSpPr>
                <a:spLocks noChangeShapeType="1"/>
              </p:cNvSpPr>
              <p:nvPr/>
            </p:nvSpPr>
            <p:spPr bwMode="auto">
              <a:xfrm>
                <a:off x="2842" y="2396"/>
                <a:ext cx="0" cy="638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6" name="Line 92"/>
              <p:cNvSpPr>
                <a:spLocks noChangeShapeType="1"/>
              </p:cNvSpPr>
              <p:nvPr/>
            </p:nvSpPr>
            <p:spPr bwMode="auto">
              <a:xfrm>
                <a:off x="778" y="2698"/>
                <a:ext cx="0" cy="33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7" name="Line 93"/>
              <p:cNvSpPr>
                <a:spLocks noChangeShapeType="1"/>
              </p:cNvSpPr>
              <p:nvPr/>
            </p:nvSpPr>
            <p:spPr bwMode="auto">
              <a:xfrm>
                <a:off x="1210" y="2698"/>
                <a:ext cx="1632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8" name="Line 94"/>
              <p:cNvSpPr>
                <a:spLocks noChangeShapeType="1"/>
              </p:cNvSpPr>
              <p:nvPr/>
            </p:nvSpPr>
            <p:spPr bwMode="auto">
              <a:xfrm>
                <a:off x="1210" y="3034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0" cap="none" spc="0" normalizeH="0" baseline="5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69" name="Text Box 95"/>
              <p:cNvSpPr txBox="1">
                <a:spLocks noChangeArrowheads="1"/>
              </p:cNvSpPr>
              <p:nvPr/>
            </p:nvSpPr>
            <p:spPr bwMode="auto">
              <a:xfrm>
                <a:off x="665" y="2195"/>
                <a:ext cx="257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0" name="Text Box 96"/>
              <p:cNvSpPr txBox="1">
                <a:spLocks noChangeArrowheads="1"/>
              </p:cNvSpPr>
              <p:nvPr/>
            </p:nvSpPr>
            <p:spPr bwMode="auto">
              <a:xfrm>
                <a:off x="922" y="1898"/>
                <a:ext cx="4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aseline="5000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BC</a:t>
                </a:r>
                <a:endPara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71" name="AutoShape 97"/>
          <p:cNvSpPr>
            <a:spLocks noChangeArrowheads="1"/>
          </p:cNvSpPr>
          <p:nvPr/>
        </p:nvSpPr>
        <p:spPr bwMode="auto">
          <a:xfrm>
            <a:off x="6512413" y="1855788"/>
            <a:ext cx="344488" cy="892175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80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2" name="AutoShape 98"/>
          <p:cNvSpPr>
            <a:spLocks noChangeArrowheads="1"/>
          </p:cNvSpPr>
          <p:nvPr/>
        </p:nvSpPr>
        <p:spPr bwMode="auto">
          <a:xfrm>
            <a:off x="5804388" y="2406650"/>
            <a:ext cx="2346325" cy="3429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5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73" name="组合 94"/>
          <p:cNvGrpSpPr/>
          <p:nvPr/>
        </p:nvGrpSpPr>
        <p:grpSpPr bwMode="auto">
          <a:xfrm>
            <a:off x="6082201" y="2905125"/>
            <a:ext cx="2001837" cy="519113"/>
            <a:chOff x="6011863" y="2943225"/>
            <a:chExt cx="2001837" cy="519113"/>
          </a:xfrm>
        </p:grpSpPr>
        <p:sp>
          <p:nvSpPr>
            <p:cNvPr id="174" name="Text Box 100"/>
            <p:cNvSpPr txBox="1">
              <a:spLocks noChangeArrowheads="1"/>
            </p:cNvSpPr>
            <p:nvPr/>
          </p:nvSpPr>
          <p:spPr bwMode="auto">
            <a:xfrm>
              <a:off x="6011863" y="2943225"/>
              <a:ext cx="20018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aseline="5000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r>
                <a:rPr kumimoji="0" lang="en-US" altLang="zh-CN" sz="2800" b="1" i="0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r>
                <a:rPr kumimoji="0" lang="en-US" altLang="zh-CN" sz="2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 = A+BC</a:t>
              </a:r>
              <a:r>
                <a:rPr kumimoji="0" lang="en-US" altLang="zh-CN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endParaRPr kumimoji="0" lang="en-US" altLang="zh-CN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75" name="Line 102"/>
            <p:cNvSpPr>
              <a:spLocks noChangeShapeType="1"/>
            </p:cNvSpPr>
            <p:nvPr/>
          </p:nvSpPr>
          <p:spPr bwMode="auto">
            <a:xfrm>
              <a:off x="7312115" y="3038475"/>
              <a:ext cx="17938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0" cap="none" spc="0" normalizeH="0" baseline="5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6" name="Text Box 103"/>
          <p:cNvSpPr txBox="1">
            <a:spLocks noChangeArrowheads="1"/>
          </p:cNvSpPr>
          <p:nvPr/>
        </p:nvSpPr>
        <p:spPr bwMode="auto">
          <a:xfrm>
            <a:off x="1067288" y="3429000"/>
            <a:ext cx="6819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aseline="50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）画电路图</a:t>
            </a:r>
            <a:endParaRPr kumimoji="0" lang="zh-CN" altLang="en-US" sz="2800" b="1" i="0" u="none" strike="noStrike" kern="0" cap="none" spc="0" normalizeH="0" baseline="-25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77" name="Object 110"/>
          <p:cNvGraphicFramePr>
            <a:graphicFrameLocks noChangeAspect="1"/>
          </p:cNvGraphicFramePr>
          <p:nvPr/>
        </p:nvGraphicFramePr>
        <p:xfrm>
          <a:off x="2642088" y="3914775"/>
          <a:ext cx="3975100" cy="223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2" name="Visio" r:id="rId1" imgW="4953000" imgH="2794000" progId="Visio.Drawing.11">
                  <p:embed/>
                </p:oleObj>
              </mc:Choice>
              <mc:Fallback>
                <p:oleObj name="Visio" r:id="rId1" imgW="4953000" imgH="2794000" progId="Visio.Drawing.11">
                  <p:embed/>
                  <p:pic>
                    <p:nvPicPr>
                      <p:cNvPr id="0" name="Object 1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088" y="3914775"/>
                        <a:ext cx="3975100" cy="223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autoUpdateAnimBg="0"/>
      <p:bldP spid="130" grpId="0" animBg="1"/>
      <p:bldP spid="131" grpId="0" animBg="1"/>
      <p:bldP spid="132" grpId="0"/>
      <p:bldP spid="171" grpId="0" animBg="1"/>
      <p:bldP spid="172" grpId="0" animBg="1"/>
      <p:bldP spid="17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97993" name="Text Box 9"/>
          <p:cNvSpPr txBox="1">
            <a:spLocks noChangeArrowheads="1"/>
          </p:cNvSpPr>
          <p:nvPr/>
        </p:nvSpPr>
        <p:spPr bwMode="auto">
          <a:xfrm>
            <a:off x="452488" y="522924"/>
            <a:ext cx="11251932" cy="629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4.</a:t>
            </a:r>
            <a:r>
              <a:rPr kumimoji="0" lang="zh-CN" altLang="en-US" baseline="0" dirty="0">
                <a:ea typeface="+mn-ea"/>
                <a:cs typeface="Times New Roman" panose="02020603050405020304" pitchFamily="18" charset="0"/>
              </a:rPr>
              <a:t>已知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BCD</a:t>
            </a:r>
            <a:r>
              <a:rPr kumimoji="0" lang="zh-CN" altLang="en-US" baseline="0" dirty="0">
                <a:ea typeface="+mn-ea"/>
                <a:cs typeface="Times New Roman" panose="02020603050405020304" pitchFamily="18" charset="0"/>
              </a:rPr>
              <a:t>码 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(A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.a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3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2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a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0</a:t>
            </a:r>
            <a:r>
              <a:rPr kumimoji="0" lang="en-US" altLang="zh-CN" baseline="0" dirty="0">
                <a:ea typeface="+mn-ea"/>
                <a:cs typeface="Times New Roman" panose="02020603050405020304" pitchFamily="18" charset="0"/>
              </a:rPr>
              <a:t>)</a:t>
            </a:r>
            <a:r>
              <a:rPr kumimoji="0" lang="en-US" altLang="zh-CN" baseline="-25000" dirty="0">
                <a:ea typeface="+mn-ea"/>
                <a:cs typeface="Times New Roman" panose="02020603050405020304" pitchFamily="18" charset="0"/>
              </a:rPr>
              <a:t>8421BCD</a:t>
            </a:r>
            <a:r>
              <a:rPr kumimoji="0" lang="zh-CN" altLang="en-US" baseline="0" dirty="0">
                <a:ea typeface="+mn-ea"/>
                <a:cs typeface="Times New Roman" panose="02020603050405020304" pitchFamily="18" charset="0"/>
              </a:rPr>
              <a:t>，</a:t>
            </a:r>
            <a:r>
              <a:rPr kumimoji="0" lang="zh-CN" altLang="en-US" baseline="-25000" dirty="0"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zh-CN" altLang="en-US" baseline="0" dirty="0">
                <a:ea typeface="+mn-ea"/>
                <a:cs typeface="Times New Roman" panose="02020603050405020304" pitchFamily="18" charset="0"/>
              </a:rPr>
              <a:t>设计电路将该数四舍五入。</a:t>
            </a:r>
            <a:endParaRPr kumimoji="0" lang="zh-CN" altLang="en-US" baseline="0" dirty="0"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452438" y="4668520"/>
            <a:ext cx="7700962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>
                <a:solidFill>
                  <a:srgbClr val="000000"/>
                </a:solidFill>
                <a:ea typeface="黑体" panose="02010609060101010101" pitchFamily="49" charset="-122"/>
              </a:rPr>
              <a:t>当相加结果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3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2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0 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为</a:t>
            </a:r>
            <a:r>
              <a:rPr kumimoji="0" lang="en-US" altLang="zh-CN" sz="2900" b="1" baseline="0">
                <a:solidFill>
                  <a:schemeClr val="accent2"/>
                </a:solidFill>
                <a:ea typeface="黑体" panose="02010609060101010101" pitchFamily="49" charset="-122"/>
              </a:rPr>
              <a:t>1010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时，应进行修正。</a:t>
            </a:r>
            <a:endParaRPr kumimoji="0" lang="zh-CN" altLang="en-US" sz="2900" b="1" baseline="-2500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7987" name="Text Box 3"/>
          <p:cNvSpPr txBox="1">
            <a:spLocks noChangeArrowheads="1"/>
          </p:cNvSpPr>
          <p:nvPr/>
        </p:nvSpPr>
        <p:spPr bwMode="auto">
          <a:xfrm>
            <a:off x="476250" y="1849121"/>
            <a:ext cx="75453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解： 当小数部分</a:t>
            </a:r>
            <a:r>
              <a:rPr kumimoji="0" lang="zh-CN" altLang="en-US" b="1" baseline="0" dirty="0">
                <a:solidFill>
                  <a:schemeClr val="accent2"/>
                </a:solidFill>
                <a:ea typeface="黑体" panose="02010609060101010101" pitchFamily="49" charset="-122"/>
              </a:rPr>
              <a:t>大于</a:t>
            </a:r>
            <a:r>
              <a:rPr kumimoji="0" lang="en-US" altLang="zh-CN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4</a:t>
            </a: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时，整数部分应加</a:t>
            </a:r>
            <a:r>
              <a:rPr kumimoji="0" lang="en-US" altLang="zh-CN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1</a:t>
            </a: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，即  </a:t>
            </a:r>
            <a:endParaRPr kumimoji="0" lang="zh-CN" altLang="en-US" b="1" baseline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3409951" y="2512695"/>
            <a:ext cx="180816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A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3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A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A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A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  <a:endParaRPr lang="en-US" altLang="zh-CN" sz="2400" b="1" baseline="0">
              <a:ea typeface="黑体" panose="02010609060101010101" pitchFamily="49" charset="-122"/>
            </a:endParaRPr>
          </a:p>
        </p:txBody>
      </p:sp>
      <p:sp>
        <p:nvSpPr>
          <p:cNvPr id="297989" name="Rectangle 5"/>
          <p:cNvSpPr>
            <a:spLocks noChangeArrowheads="1"/>
          </p:cNvSpPr>
          <p:nvPr/>
        </p:nvSpPr>
        <p:spPr bwMode="auto">
          <a:xfrm>
            <a:off x="2855913" y="315087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baseline="0">
                <a:solidFill>
                  <a:srgbClr val="000000"/>
                </a:solidFill>
                <a:ea typeface="黑体" panose="02010609060101010101" pitchFamily="49" charset="-122"/>
              </a:rPr>
              <a:t>＋</a:t>
            </a:r>
            <a:endParaRPr lang="zh-CN" altLang="en-US" b="1" baseline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7990" name="Rectangle 6"/>
          <p:cNvSpPr>
            <a:spLocks noChangeArrowheads="1"/>
          </p:cNvSpPr>
          <p:nvPr/>
        </p:nvSpPr>
        <p:spPr bwMode="auto">
          <a:xfrm>
            <a:off x="4570413" y="3149283"/>
            <a:ext cx="425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1</a:t>
            </a:r>
            <a:endParaRPr lang="en-US" altLang="zh-CN" sz="2400" b="1" baseline="0">
              <a:ea typeface="黑体" panose="02010609060101010101" pitchFamily="49" charset="-122"/>
            </a:endParaRPr>
          </a:p>
        </p:txBody>
      </p:sp>
      <p:sp>
        <p:nvSpPr>
          <p:cNvPr id="297991" name="Line 7"/>
          <p:cNvSpPr>
            <a:spLocks noChangeShapeType="1"/>
          </p:cNvSpPr>
          <p:nvPr/>
        </p:nvSpPr>
        <p:spPr bwMode="auto">
          <a:xfrm>
            <a:off x="2890838" y="3747770"/>
            <a:ext cx="2127250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97992" name="Rectangle 8"/>
          <p:cNvSpPr>
            <a:spLocks noChangeArrowheads="1"/>
          </p:cNvSpPr>
          <p:nvPr/>
        </p:nvSpPr>
        <p:spPr bwMode="auto">
          <a:xfrm>
            <a:off x="2752726" y="3920808"/>
            <a:ext cx="2519363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CO 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3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2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 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S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0</a:t>
            </a:r>
            <a:endParaRPr lang="en-US" altLang="zh-CN" sz="2400" b="1" baseline="0"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3" grpId="0" autoUpdateAnimBg="0"/>
      <p:bldP spid="297986" grpId="0" autoUpdateAnimBg="0"/>
      <p:bldP spid="297987" grpId="0" autoUpdateAnimBg="0"/>
      <p:bldP spid="297988" grpId="0" autoUpdateAnimBg="0"/>
      <p:bldP spid="297989" grpId="0" autoUpdateAnimBg="0"/>
      <p:bldP spid="297990" grpId="0" autoUpdateAnimBg="0"/>
      <p:bldP spid="297992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299010" name="Text Box 2"/>
          <p:cNvSpPr txBox="1">
            <a:spLocks noChangeArrowheads="1"/>
          </p:cNvSpPr>
          <p:nvPr/>
        </p:nvSpPr>
        <p:spPr bwMode="auto">
          <a:xfrm>
            <a:off x="5043488" y="2837498"/>
            <a:ext cx="1130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chemeClr val="accent2"/>
                </a:solidFill>
                <a:ea typeface="黑体" panose="02010609060101010101" pitchFamily="49" charset="-122"/>
              </a:rPr>
              <a:t>1010</a:t>
            </a:r>
            <a:endParaRPr kumimoji="0" lang="en-US" altLang="zh-CN" b="1" baseline="0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sp>
        <p:nvSpPr>
          <p:cNvPr id="299011" name="Rectangle 3"/>
          <p:cNvSpPr>
            <a:spLocks noChangeArrowheads="1"/>
          </p:cNvSpPr>
          <p:nvPr/>
        </p:nvSpPr>
        <p:spPr bwMode="auto">
          <a:xfrm>
            <a:off x="4497388" y="3356610"/>
            <a:ext cx="545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en-US" altLang="zh-CN" b="1" baseline="0">
                <a:ea typeface="黑体" panose="02010609060101010101" pitchFamily="49" charset="-122"/>
              </a:rPr>
              <a:t>﹢</a:t>
            </a:r>
            <a:endParaRPr kumimoji="0" lang="en-US" altLang="zh-CN" b="1" baseline="0">
              <a:ea typeface="黑体" panose="02010609060101010101" pitchFamily="49" charset="-122"/>
            </a:endParaRPr>
          </a:p>
        </p:txBody>
      </p:sp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5037138" y="3361373"/>
            <a:ext cx="1130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0110</a:t>
            </a:r>
            <a:endParaRPr kumimoji="0" lang="en-US" altLang="zh-CN" b="1" baseline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9013" name="Line 5"/>
          <p:cNvSpPr>
            <a:spLocks noChangeShapeType="1"/>
          </p:cNvSpPr>
          <p:nvPr/>
        </p:nvSpPr>
        <p:spPr bwMode="auto">
          <a:xfrm>
            <a:off x="4573588" y="3786823"/>
            <a:ext cx="16700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049588" y="4032886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389255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</a:pPr>
            <a:r>
              <a:rPr kumimoji="0" lang="en-US" altLang="zh-CN" b="1" baseline="0">
                <a:solidFill>
                  <a:srgbClr val="00FF00"/>
                </a:solidFill>
                <a:ea typeface="黑体" panose="02010609060101010101" pitchFamily="49" charset="-122"/>
              </a:rPr>
              <a:t>        </a:t>
            </a:r>
            <a:r>
              <a:rPr kumimoji="0" lang="en-US" altLang="zh-CN" b="1" baseline="0">
                <a:solidFill>
                  <a:srgbClr val="FF00FF"/>
                </a:solidFill>
                <a:ea typeface="黑体" panose="02010609060101010101" pitchFamily="49" charset="-122"/>
              </a:rPr>
              <a:t>0001  0000</a:t>
            </a:r>
            <a:endParaRPr kumimoji="0" lang="en-US" altLang="zh-CN" b="1" baseline="0">
              <a:solidFill>
                <a:srgbClr val="FF00FF"/>
              </a:solidFill>
              <a:ea typeface="黑体" panose="02010609060101010101" pitchFamily="49" charset="-122"/>
            </a:endParaRPr>
          </a:p>
        </p:txBody>
      </p:sp>
      <p:sp>
        <p:nvSpPr>
          <p:cNvPr id="299015" name="Text Box 7"/>
          <p:cNvSpPr txBox="1">
            <a:spLocks noChangeArrowheads="1"/>
          </p:cNvSpPr>
          <p:nvPr/>
        </p:nvSpPr>
        <p:spPr bwMode="auto">
          <a:xfrm>
            <a:off x="6783388" y="2685098"/>
            <a:ext cx="144145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kumimoji="0" lang="zh-CN" altLang="en-US" b="1" baseline="0">
                <a:solidFill>
                  <a:srgbClr val="000000"/>
                </a:solidFill>
                <a:ea typeface="黑体" panose="02010609060101010101" pitchFamily="49" charset="-122"/>
              </a:rPr>
              <a:t>非法码</a:t>
            </a:r>
            <a:endParaRPr kumimoji="0" lang="zh-CN" altLang="en-US" b="1" baseline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9016" name="Text Box 8"/>
          <p:cNvSpPr txBox="1">
            <a:spLocks noChangeArrowheads="1"/>
          </p:cNvSpPr>
          <p:nvPr/>
        </p:nvSpPr>
        <p:spPr bwMode="auto">
          <a:xfrm>
            <a:off x="6783388" y="3185161"/>
            <a:ext cx="1441450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kumimoji="0" lang="zh-CN" altLang="en-US" b="1" baseline="0">
                <a:solidFill>
                  <a:srgbClr val="000000"/>
                </a:solidFill>
                <a:ea typeface="黑体" panose="02010609060101010101" pitchFamily="49" charset="-122"/>
              </a:rPr>
              <a:t>加</a:t>
            </a:r>
            <a:r>
              <a: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rPr>
              <a:t>6</a:t>
            </a:r>
            <a:r>
              <a:rPr kumimoji="0" lang="zh-CN" altLang="en-US" b="1" baseline="0">
                <a:solidFill>
                  <a:srgbClr val="000000"/>
                </a:solidFill>
                <a:ea typeface="黑体" panose="02010609060101010101" pitchFamily="49" charset="-122"/>
              </a:rPr>
              <a:t>修正</a:t>
            </a:r>
            <a:endParaRPr kumimoji="0" lang="zh-CN" altLang="en-US" b="1" baseline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  <p:sp>
        <p:nvSpPr>
          <p:cNvPr id="299017" name="Text Box 9"/>
          <p:cNvSpPr txBox="1">
            <a:spLocks noChangeArrowheads="1"/>
          </p:cNvSpPr>
          <p:nvPr/>
        </p:nvSpPr>
        <p:spPr bwMode="auto">
          <a:xfrm>
            <a:off x="2233613" y="1118235"/>
            <a:ext cx="7700962" cy="1341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因为</a:t>
            </a:r>
            <a:r>
              <a:rPr kumimoji="0" lang="en-US" altLang="zh-CN" sz="2900" b="1" baseline="0">
                <a:solidFill>
                  <a:schemeClr val="accent2"/>
                </a:solidFill>
                <a:ea typeface="黑体" panose="02010609060101010101" pitchFamily="49" charset="-122"/>
              </a:rPr>
              <a:t>1010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不是</a:t>
            </a:r>
            <a:r>
              <a:rPr kumimoji="0" lang="en-US" altLang="zh-CN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(10)</a:t>
            </a:r>
            <a:r>
              <a:rPr kumimoji="0" lang="en-US" altLang="zh-CN" sz="2900" b="1" baseline="-25000">
                <a:solidFill>
                  <a:srgbClr val="000000"/>
                </a:solidFill>
                <a:ea typeface="黑体" panose="02010609060101010101" pitchFamily="49" charset="-122"/>
              </a:rPr>
              <a:t>10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的</a:t>
            </a:r>
            <a:r>
              <a:rPr kumimoji="0" lang="en-US" altLang="zh-CN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8421BCD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码表示形式，正确结果应为</a:t>
            </a:r>
            <a:r>
              <a:rPr kumimoji="0" lang="en-US" altLang="zh-CN" sz="2900" b="1" baseline="0">
                <a:solidFill>
                  <a:srgbClr val="FF00FF"/>
                </a:solidFill>
                <a:ea typeface="黑体" panose="02010609060101010101" pitchFamily="49" charset="-122"/>
              </a:rPr>
              <a:t>0001  0000</a:t>
            </a:r>
            <a:r>
              <a:rPr kumimoji="0" lang="zh-CN" altLang="en-US" sz="2900" b="1" baseline="0">
                <a:solidFill>
                  <a:srgbClr val="000000"/>
                </a:solidFill>
                <a:ea typeface="黑体" panose="02010609060101010101" pitchFamily="49" charset="-122"/>
              </a:rPr>
              <a:t>，所以：</a:t>
            </a:r>
            <a:endParaRPr kumimoji="0" lang="zh-CN" altLang="en-US" sz="2900" b="1" baseline="-2500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0" grpId="0" autoUpdateAnimBg="0"/>
      <p:bldP spid="299011" grpId="0" autoUpdateAnimBg="0"/>
      <p:bldP spid="299012" grpId="0" autoUpdateAnimBg="0"/>
      <p:bldP spid="299014" grpId="0" autoUpdateAnimBg="0"/>
      <p:bldP spid="299015" grpId="0" autoUpdateAnimBg="0"/>
      <p:bldP spid="299016" grpId="0" autoUpdateAnimBg="0"/>
      <p:bldP spid="29901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023938"/>
            <a:ext cx="8736013" cy="407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553085" y="799465"/>
            <a:ext cx="7591425" cy="1233170"/>
            <a:chOff x="3085" y="1155"/>
            <a:chExt cx="11955" cy="1942"/>
          </a:xfrm>
        </p:grpSpPr>
        <p:sp>
          <p:nvSpPr>
            <p:cNvPr id="34820" name="Text Box 3"/>
            <p:cNvSpPr txBox="1">
              <a:spLocks noChangeArrowheads="1"/>
            </p:cNvSpPr>
            <p:nvPr/>
          </p:nvSpPr>
          <p:spPr bwMode="auto">
            <a:xfrm>
              <a:off x="3085" y="1155"/>
              <a:ext cx="11955" cy="19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lnSpc>
                  <a:spcPct val="140000"/>
                </a:lnSpc>
                <a:spcBef>
                  <a:spcPct val="0"/>
                </a:spcBef>
              </a:pPr>
              <a:r>
                <a:rPr kumimoji="0" lang="en-US" baseline="0" dirty="0">
                  <a:ea typeface="+mn-ea"/>
                  <a:cs typeface="Times New Roman" panose="02020603050405020304" pitchFamily="18" charset="0"/>
                </a:rPr>
                <a:t>5.</a:t>
              </a:r>
              <a:r>
                <a:rPr kumimoji="0" lang="zh-CN" altLang="en-US" baseline="0" dirty="0">
                  <a:ea typeface="+mn-ea"/>
                  <a:cs typeface="Times New Roman" panose="02020603050405020304" pitchFamily="18" charset="0"/>
                </a:rPr>
                <a:t>分别用一片</a:t>
              </a:r>
              <a:r>
                <a:rPr kumimoji="0" lang="en-US" altLang="zh-CN" baseline="0" dirty="0">
                  <a:ea typeface="+mn-ea"/>
                  <a:cs typeface="Times New Roman" panose="02020603050405020304" pitchFamily="18" charset="0"/>
                </a:rPr>
                <a:t>74151</a:t>
              </a:r>
              <a:r>
                <a:rPr kumimoji="0" lang="zh-CN" altLang="en-US" baseline="0" dirty="0">
                  <a:ea typeface="+mn-ea"/>
                  <a:cs typeface="Times New Roman" panose="02020603050405020304" pitchFamily="18" charset="0"/>
                </a:rPr>
                <a:t>和</a:t>
              </a:r>
              <a:r>
                <a:rPr kumimoji="0" lang="en-US" altLang="zh-CN" baseline="0" dirty="0">
                  <a:ea typeface="+mn-ea"/>
                  <a:cs typeface="Times New Roman" panose="02020603050405020304" pitchFamily="18" charset="0"/>
                </a:rPr>
                <a:t>½ 74153 </a:t>
              </a:r>
              <a:r>
                <a:rPr kumimoji="0" lang="zh-CN" altLang="en-US" baseline="0" dirty="0">
                  <a:ea typeface="+mn-ea"/>
                  <a:cs typeface="Times New Roman" panose="02020603050405020304" pitchFamily="18" charset="0"/>
                </a:rPr>
                <a:t>实现函数</a:t>
              </a:r>
              <a:endParaRPr kumimoji="0" lang="zh-CN" altLang="en-US" baseline="0" dirty="0">
                <a:ea typeface="+mn-ea"/>
                <a:cs typeface="Times New Roman" panose="02020603050405020304" pitchFamily="18" charset="0"/>
              </a:endParaRPr>
            </a:p>
            <a:p>
              <a:pPr algn="l">
                <a:lnSpc>
                  <a:spcPct val="140000"/>
                </a:lnSpc>
                <a:spcBef>
                  <a:spcPct val="0"/>
                </a:spcBef>
              </a:pPr>
              <a:r>
                <a:rPr kumimoji="0" lang="zh-CN" altLang="en-US" baseline="0" dirty="0">
                  <a:ea typeface="+mn-ea"/>
                  <a:cs typeface="Times New Roman" panose="02020603050405020304" pitchFamily="18" charset="0"/>
                </a:rPr>
                <a:t>                  </a:t>
              </a:r>
              <a:r>
                <a:rPr kumimoji="0" lang="en-US" altLang="zh-CN" baseline="0" dirty="0">
                  <a:ea typeface="+mn-ea"/>
                  <a:cs typeface="Times New Roman" panose="02020603050405020304" pitchFamily="18" charset="0"/>
                </a:rPr>
                <a:t>F = ABC+ABC+ABD+ABD+ACD</a:t>
              </a:r>
              <a:r>
                <a:rPr kumimoji="0" lang="zh-CN" altLang="en-US" baseline="0" dirty="0">
                  <a:ea typeface="+mn-ea"/>
                  <a:cs typeface="Times New Roman" panose="02020603050405020304" pitchFamily="18" charset="0"/>
                </a:rPr>
                <a:t>。   </a:t>
              </a:r>
              <a:endParaRPr kumimoji="0" lang="zh-CN" altLang="en-US" baseline="0" dirty="0"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4821" name="Line 4"/>
            <p:cNvSpPr>
              <a:spLocks noChangeShapeType="1"/>
            </p:cNvSpPr>
            <p:nvPr/>
          </p:nvSpPr>
          <p:spPr bwMode="auto">
            <a:xfrm>
              <a:off x="6640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2" name="Line 5"/>
            <p:cNvSpPr>
              <a:spLocks noChangeShapeType="1"/>
            </p:cNvSpPr>
            <p:nvPr/>
          </p:nvSpPr>
          <p:spPr bwMode="auto">
            <a:xfrm>
              <a:off x="7060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3" name="Line 6"/>
            <p:cNvSpPr>
              <a:spLocks noChangeShapeType="1"/>
            </p:cNvSpPr>
            <p:nvPr/>
          </p:nvSpPr>
          <p:spPr bwMode="auto">
            <a:xfrm>
              <a:off x="7498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4" name="Line 7"/>
            <p:cNvSpPr>
              <a:spLocks noChangeShapeType="1"/>
            </p:cNvSpPr>
            <p:nvPr/>
          </p:nvSpPr>
          <p:spPr bwMode="auto">
            <a:xfrm>
              <a:off x="8135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5" name="Line 8"/>
            <p:cNvSpPr>
              <a:spLocks noChangeShapeType="1"/>
            </p:cNvSpPr>
            <p:nvPr/>
          </p:nvSpPr>
          <p:spPr bwMode="auto">
            <a:xfrm>
              <a:off x="10378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6" name="Line 9"/>
            <p:cNvSpPr>
              <a:spLocks noChangeShapeType="1"/>
            </p:cNvSpPr>
            <p:nvPr/>
          </p:nvSpPr>
          <p:spPr bwMode="auto">
            <a:xfrm>
              <a:off x="11465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7" name="Line 10"/>
            <p:cNvSpPr>
              <a:spLocks noChangeShapeType="1"/>
            </p:cNvSpPr>
            <p:nvPr/>
          </p:nvSpPr>
          <p:spPr bwMode="auto">
            <a:xfrm>
              <a:off x="13360" y="2413"/>
              <a:ext cx="303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28043" name="Text Box 11"/>
          <p:cNvSpPr txBox="1">
            <a:spLocks noChangeArrowheads="1"/>
          </p:cNvSpPr>
          <p:nvPr/>
        </p:nvSpPr>
        <p:spPr bwMode="auto">
          <a:xfrm>
            <a:off x="483870" y="2571115"/>
            <a:ext cx="9663430" cy="1296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aseline="-50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40000"/>
              </a:lnSpc>
              <a:spcBef>
                <a:spcPct val="0"/>
              </a:spcBef>
            </a:pP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解：这是一个四变量函数，对其一次降维后可用</a:t>
            </a:r>
            <a:r>
              <a:rPr kumimoji="0" lang="en-US" altLang="zh-CN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74151</a:t>
            </a: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实现，两次降维后可用 </a:t>
            </a:r>
            <a:r>
              <a:rPr kumimoji="0" lang="en-US" altLang="zh-CN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½ 74153</a:t>
            </a:r>
            <a:r>
              <a:rPr kumimoji="0" lang="zh-CN" altLang="en-US" b="1" baseline="0" dirty="0">
                <a:solidFill>
                  <a:srgbClr val="000000"/>
                </a:solidFill>
                <a:ea typeface="黑体" panose="02010609060101010101" pitchFamily="49" charset="-122"/>
              </a:rPr>
              <a:t>实现。 </a:t>
            </a:r>
            <a:endParaRPr kumimoji="0" lang="zh-CN" altLang="en-US" b="1" baseline="0" dirty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4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5845" name="Picture 12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170" y="1078866"/>
            <a:ext cx="3606800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40"/>
          <p:cNvGrpSpPr/>
          <p:nvPr/>
        </p:nvGrpSpPr>
        <p:grpSpPr bwMode="auto">
          <a:xfrm>
            <a:off x="5770564" y="509588"/>
            <a:ext cx="3455987" cy="1803400"/>
            <a:chOff x="2911" y="1607"/>
            <a:chExt cx="2177" cy="1136"/>
          </a:xfrm>
        </p:grpSpPr>
        <p:grpSp>
          <p:nvGrpSpPr>
            <p:cNvPr id="36869" name="Group 41"/>
            <p:cNvGrpSpPr/>
            <p:nvPr/>
          </p:nvGrpSpPr>
          <p:grpSpPr bwMode="auto">
            <a:xfrm>
              <a:off x="2911" y="1607"/>
              <a:ext cx="2177" cy="1136"/>
              <a:chOff x="665" y="1898"/>
              <a:chExt cx="2177" cy="1136"/>
            </a:xfrm>
          </p:grpSpPr>
          <p:sp>
            <p:nvSpPr>
              <p:cNvPr id="36872" name="Rectangle 42"/>
              <p:cNvSpPr>
                <a:spLocks noChangeArrowheads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 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grpSp>
            <p:nvGrpSpPr>
              <p:cNvPr id="36873" name="Group 43"/>
              <p:cNvGrpSpPr/>
              <p:nvPr/>
            </p:nvGrpSpPr>
            <p:grpSpPr bwMode="auto">
              <a:xfrm>
                <a:off x="665" y="1898"/>
                <a:ext cx="2177" cy="1136"/>
                <a:chOff x="665" y="1898"/>
                <a:chExt cx="2177" cy="1136"/>
              </a:xfrm>
            </p:grpSpPr>
            <p:sp>
              <p:nvSpPr>
                <p:cNvPr id="36874" name="Rectangle 44"/>
                <p:cNvSpPr>
                  <a:spLocks noChangeArrowheads="1"/>
                </p:cNvSpPr>
                <p:nvPr/>
              </p:nvSpPr>
              <p:spPr bwMode="auto">
                <a:xfrm>
                  <a:off x="2458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5" name="Rectangle 45"/>
                <p:cNvSpPr>
                  <a:spLocks noChangeArrowheads="1"/>
                </p:cNvSpPr>
                <p:nvPr/>
              </p:nvSpPr>
              <p:spPr bwMode="auto">
                <a:xfrm>
                  <a:off x="2074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6" name="Rectangle 46"/>
                <p:cNvSpPr>
                  <a:spLocks noChangeArrowheads="1"/>
                </p:cNvSpPr>
                <p:nvPr/>
              </p:nvSpPr>
              <p:spPr bwMode="auto">
                <a:xfrm>
                  <a:off x="1642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7" name="Rectangle 47"/>
                <p:cNvSpPr>
                  <a:spLocks noChangeArrowheads="1"/>
                </p:cNvSpPr>
                <p:nvPr/>
              </p:nvSpPr>
              <p:spPr bwMode="auto">
                <a:xfrm>
                  <a:off x="1210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8" name="Rectangle 48"/>
                <p:cNvSpPr>
                  <a:spLocks noChangeArrowheads="1"/>
                </p:cNvSpPr>
                <p:nvPr/>
              </p:nvSpPr>
              <p:spPr bwMode="auto">
                <a:xfrm>
                  <a:off x="778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9" name="Rectangle 49"/>
                <p:cNvSpPr>
                  <a:spLocks noChangeArrowheads="1"/>
                </p:cNvSpPr>
                <p:nvPr/>
              </p:nvSpPr>
              <p:spPr bwMode="auto">
                <a:xfrm>
                  <a:off x="2458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0" name="Rectangle 50"/>
                <p:cNvSpPr>
                  <a:spLocks noChangeArrowheads="1"/>
                </p:cNvSpPr>
                <p:nvPr/>
              </p:nvSpPr>
              <p:spPr bwMode="auto">
                <a:xfrm>
                  <a:off x="2074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1" name="Rectangle 51"/>
                <p:cNvSpPr>
                  <a:spLocks noChangeArrowheads="1"/>
                </p:cNvSpPr>
                <p:nvPr/>
              </p:nvSpPr>
              <p:spPr bwMode="auto">
                <a:xfrm>
                  <a:off x="1642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2" name="Rectangle 52"/>
                <p:cNvSpPr>
                  <a:spLocks noChangeArrowheads="1"/>
                </p:cNvSpPr>
                <p:nvPr/>
              </p:nvSpPr>
              <p:spPr bwMode="auto">
                <a:xfrm>
                  <a:off x="1210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3" name="Rectangle 53"/>
                <p:cNvSpPr>
                  <a:spLocks noChangeArrowheads="1"/>
                </p:cNvSpPr>
                <p:nvPr/>
              </p:nvSpPr>
              <p:spPr bwMode="auto">
                <a:xfrm>
                  <a:off x="778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4" name="Rectangle 54"/>
                <p:cNvSpPr>
                  <a:spLocks noChangeArrowheads="1"/>
                </p:cNvSpPr>
                <p:nvPr/>
              </p:nvSpPr>
              <p:spPr bwMode="auto">
                <a:xfrm>
                  <a:off x="2458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5" name="Rectangle 55"/>
                <p:cNvSpPr>
                  <a:spLocks noChangeArrowheads="1"/>
                </p:cNvSpPr>
                <p:nvPr/>
              </p:nvSpPr>
              <p:spPr bwMode="auto">
                <a:xfrm>
                  <a:off x="2074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6" name="Rectangle 56"/>
                <p:cNvSpPr>
                  <a:spLocks noChangeArrowheads="1"/>
                </p:cNvSpPr>
                <p:nvPr/>
              </p:nvSpPr>
              <p:spPr bwMode="auto">
                <a:xfrm>
                  <a:off x="1642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7" name="Rectangle 57"/>
                <p:cNvSpPr>
                  <a:spLocks noChangeArrowheads="1"/>
                </p:cNvSpPr>
                <p:nvPr/>
              </p:nvSpPr>
              <p:spPr bwMode="auto">
                <a:xfrm>
                  <a:off x="1210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8" name="Line 58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89" name="Line 59"/>
                <p:cNvSpPr>
                  <a:spLocks noChangeShapeType="1"/>
                </p:cNvSpPr>
                <p:nvPr/>
              </p:nvSpPr>
              <p:spPr bwMode="auto">
                <a:xfrm>
                  <a:off x="778" y="3034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0" name="Line 60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1" name="Line 61"/>
                <p:cNvSpPr>
                  <a:spLocks noChangeShapeType="1"/>
                </p:cNvSpPr>
                <p:nvPr/>
              </p:nvSpPr>
              <p:spPr bwMode="auto">
                <a:xfrm>
                  <a:off x="2842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2" name="Line 62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306"/>
                </a:xfrm>
                <a:prstGeom prst="line">
                  <a:avLst/>
                </a:prstGeom>
                <a:noFill/>
                <a:ln w="28575" cap="rnd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3" name="Line 63"/>
                <p:cNvSpPr>
                  <a:spLocks noChangeShapeType="1"/>
                </p:cNvSpPr>
                <p:nvPr/>
              </p:nvSpPr>
              <p:spPr bwMode="auto">
                <a:xfrm>
                  <a:off x="1210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4" name="Line 64"/>
                <p:cNvSpPr>
                  <a:spLocks noChangeShapeType="1"/>
                </p:cNvSpPr>
                <p:nvPr/>
              </p:nvSpPr>
              <p:spPr bwMode="auto">
                <a:xfrm>
                  <a:off x="778" y="2396"/>
                  <a:ext cx="0" cy="302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5" name="Line 65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6" name="Line 66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7" name="Line 67"/>
                <p:cNvSpPr>
                  <a:spLocks noChangeShapeType="1"/>
                </p:cNvSpPr>
                <p:nvPr/>
              </p:nvSpPr>
              <p:spPr bwMode="auto">
                <a:xfrm>
                  <a:off x="1642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8" name="Line 68"/>
                <p:cNvSpPr>
                  <a:spLocks noChangeShapeType="1"/>
                </p:cNvSpPr>
                <p:nvPr/>
              </p:nvSpPr>
              <p:spPr bwMode="auto">
                <a:xfrm>
                  <a:off x="1642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9" name="Line 69"/>
                <p:cNvSpPr>
                  <a:spLocks noChangeShapeType="1"/>
                </p:cNvSpPr>
                <p:nvPr/>
              </p:nvSpPr>
              <p:spPr bwMode="auto">
                <a:xfrm>
                  <a:off x="2074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0" name="Line 70"/>
                <p:cNvSpPr>
                  <a:spLocks noChangeShapeType="1"/>
                </p:cNvSpPr>
                <p:nvPr/>
              </p:nvSpPr>
              <p:spPr bwMode="auto">
                <a:xfrm>
                  <a:off x="2074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1" name="Line 71"/>
                <p:cNvSpPr>
                  <a:spLocks noChangeShapeType="1"/>
                </p:cNvSpPr>
                <p:nvPr/>
              </p:nvSpPr>
              <p:spPr bwMode="auto">
                <a:xfrm>
                  <a:off x="2458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2" name="Line 72"/>
                <p:cNvSpPr>
                  <a:spLocks noChangeShapeType="1"/>
                </p:cNvSpPr>
                <p:nvPr/>
              </p:nvSpPr>
              <p:spPr bwMode="auto">
                <a:xfrm>
                  <a:off x="2458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3" name="Line 73"/>
                <p:cNvSpPr>
                  <a:spLocks noChangeShapeType="1"/>
                </p:cNvSpPr>
                <p:nvPr/>
              </p:nvSpPr>
              <p:spPr bwMode="auto">
                <a:xfrm>
                  <a:off x="2842" y="2396"/>
                  <a:ext cx="0" cy="6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4" name="Line 74"/>
                <p:cNvSpPr>
                  <a:spLocks noChangeShapeType="1"/>
                </p:cNvSpPr>
                <p:nvPr/>
              </p:nvSpPr>
              <p:spPr bwMode="auto">
                <a:xfrm>
                  <a:off x="778" y="2698"/>
                  <a:ext cx="0" cy="33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5" name="Line 75"/>
                <p:cNvSpPr>
                  <a:spLocks noChangeShapeType="1"/>
                </p:cNvSpPr>
                <p:nvPr/>
              </p:nvSpPr>
              <p:spPr bwMode="auto">
                <a:xfrm>
                  <a:off x="1210" y="2698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6" name="Line 76"/>
                <p:cNvSpPr>
                  <a:spLocks noChangeShapeType="1"/>
                </p:cNvSpPr>
                <p:nvPr/>
              </p:nvSpPr>
              <p:spPr bwMode="auto">
                <a:xfrm>
                  <a:off x="1210" y="3034"/>
                  <a:ext cx="1632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7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665" y="2195"/>
                  <a:ext cx="257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rgbClr val="000000"/>
                      </a:solidFill>
                      <a:ea typeface="黑体" panose="02010609060101010101" pitchFamily="49" charset="-122"/>
                    </a:rPr>
                    <a:t>A</a:t>
                  </a:r>
                  <a:endPara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90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922" y="1898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rgbClr val="000000"/>
                      </a:solidFill>
                      <a:ea typeface="黑体" panose="02010609060101010101" pitchFamily="49" charset="-122"/>
                    </a:rPr>
                    <a:t>BC</a:t>
                  </a:r>
                  <a:endPara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36870" name="Line 79"/>
            <p:cNvSpPr>
              <a:spLocks noChangeShapeType="1"/>
            </p:cNvSpPr>
            <p:nvPr/>
          </p:nvSpPr>
          <p:spPr bwMode="auto">
            <a:xfrm>
              <a:off x="4433" y="2464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71" name="Line 80"/>
            <p:cNvSpPr>
              <a:spLocks noChangeShapeType="1"/>
            </p:cNvSpPr>
            <p:nvPr/>
          </p:nvSpPr>
          <p:spPr bwMode="auto">
            <a:xfrm>
              <a:off x="4815" y="2464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7891" name="Group 21"/>
          <p:cNvGrpSpPr/>
          <p:nvPr/>
        </p:nvGrpSpPr>
        <p:grpSpPr bwMode="auto">
          <a:xfrm>
            <a:off x="6397944" y="2770505"/>
            <a:ext cx="2503487" cy="2057400"/>
            <a:chOff x="2669" y="307"/>
            <a:chExt cx="1577" cy="1296"/>
          </a:xfrm>
        </p:grpSpPr>
        <p:grpSp>
          <p:nvGrpSpPr>
            <p:cNvPr id="37893" name="Group 22"/>
            <p:cNvGrpSpPr/>
            <p:nvPr/>
          </p:nvGrpSpPr>
          <p:grpSpPr bwMode="auto">
            <a:xfrm>
              <a:off x="2669" y="307"/>
              <a:ext cx="1577" cy="1296"/>
              <a:chOff x="2669" y="307"/>
              <a:chExt cx="1577" cy="1296"/>
            </a:xfrm>
          </p:grpSpPr>
          <p:sp>
            <p:nvSpPr>
              <p:cNvPr id="37896" name="Rectangle 23"/>
              <p:cNvSpPr>
                <a:spLocks noChangeArrowheads="1"/>
              </p:cNvSpPr>
              <p:nvPr/>
            </p:nvSpPr>
            <p:spPr bwMode="auto">
              <a:xfrm>
                <a:off x="3200" y="1204"/>
                <a:ext cx="510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C+D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897" name="Rectangle 24"/>
              <p:cNvSpPr>
                <a:spLocks noChangeArrowheads="1"/>
              </p:cNvSpPr>
              <p:nvPr/>
            </p:nvSpPr>
            <p:spPr bwMode="auto">
              <a:xfrm>
                <a:off x="3200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898" name="Rectangle 25"/>
              <p:cNvSpPr>
                <a:spLocks noChangeArrowheads="1"/>
              </p:cNvSpPr>
              <p:nvPr/>
            </p:nvSpPr>
            <p:spPr bwMode="auto">
              <a:xfrm>
                <a:off x="3200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899" name="Rectangle 26"/>
              <p:cNvSpPr>
                <a:spLocks noChangeArrowheads="1"/>
              </p:cNvSpPr>
              <p:nvPr/>
            </p:nvSpPr>
            <p:spPr bwMode="auto">
              <a:xfrm>
                <a:off x="3798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900" name="Rectangle 27"/>
              <p:cNvSpPr>
                <a:spLocks noChangeArrowheads="1"/>
              </p:cNvSpPr>
              <p:nvPr/>
            </p:nvSpPr>
            <p:spPr bwMode="auto">
              <a:xfrm>
                <a:off x="2784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1" name="Rectangle 28"/>
              <p:cNvSpPr>
                <a:spLocks noChangeArrowheads="1"/>
              </p:cNvSpPr>
              <p:nvPr/>
            </p:nvSpPr>
            <p:spPr bwMode="auto">
              <a:xfrm>
                <a:off x="3798" y="1204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902" name="Rectangle 29"/>
              <p:cNvSpPr>
                <a:spLocks noChangeArrowheads="1"/>
              </p:cNvSpPr>
              <p:nvPr/>
            </p:nvSpPr>
            <p:spPr bwMode="auto">
              <a:xfrm>
                <a:off x="2784" y="1204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3" name="Rectangle 30"/>
              <p:cNvSpPr>
                <a:spLocks noChangeArrowheads="1"/>
              </p:cNvSpPr>
              <p:nvPr/>
            </p:nvSpPr>
            <p:spPr bwMode="auto">
              <a:xfrm>
                <a:off x="3616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4" name="Rectangle 31"/>
              <p:cNvSpPr>
                <a:spLocks noChangeArrowheads="1"/>
              </p:cNvSpPr>
              <p:nvPr/>
            </p:nvSpPr>
            <p:spPr bwMode="auto">
              <a:xfrm>
                <a:off x="2784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kumimoji="0" lang="zh-CN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7905" name="Line 32"/>
              <p:cNvSpPr>
                <a:spLocks noChangeShapeType="1"/>
              </p:cNvSpPr>
              <p:nvPr/>
            </p:nvSpPr>
            <p:spPr bwMode="auto">
              <a:xfrm>
                <a:off x="3200" y="805"/>
                <a:ext cx="0" cy="7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6" name="Line 33"/>
              <p:cNvSpPr>
                <a:spLocks noChangeShapeType="1"/>
              </p:cNvSpPr>
              <p:nvPr/>
            </p:nvSpPr>
            <p:spPr bwMode="auto">
              <a:xfrm>
                <a:off x="3200" y="805"/>
                <a:ext cx="104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7" name="Line 34"/>
              <p:cNvSpPr>
                <a:spLocks noChangeShapeType="1"/>
              </p:cNvSpPr>
              <p:nvPr/>
            </p:nvSpPr>
            <p:spPr bwMode="auto">
              <a:xfrm>
                <a:off x="3200" y="1603"/>
                <a:ext cx="10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8" name="Line 35"/>
              <p:cNvSpPr>
                <a:spLocks noChangeShapeType="1"/>
              </p:cNvSpPr>
              <p:nvPr/>
            </p:nvSpPr>
            <p:spPr bwMode="auto">
              <a:xfrm>
                <a:off x="4240" y="805"/>
                <a:ext cx="0" cy="7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9" name="Line 36"/>
              <p:cNvSpPr>
                <a:spLocks noChangeShapeType="1"/>
              </p:cNvSpPr>
              <p:nvPr/>
            </p:nvSpPr>
            <p:spPr bwMode="auto">
              <a:xfrm>
                <a:off x="3200" y="1204"/>
                <a:ext cx="10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0" name="Line 37"/>
              <p:cNvSpPr>
                <a:spLocks noChangeShapeType="1"/>
              </p:cNvSpPr>
              <p:nvPr/>
            </p:nvSpPr>
            <p:spPr bwMode="auto">
              <a:xfrm>
                <a:off x="3746" y="805"/>
                <a:ext cx="0" cy="7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1" name="Line 38"/>
              <p:cNvSpPr>
                <a:spLocks noChangeShapeType="1"/>
              </p:cNvSpPr>
              <p:nvPr/>
            </p:nvSpPr>
            <p:spPr bwMode="auto">
              <a:xfrm flipH="1" flipV="1">
                <a:off x="2784" y="442"/>
                <a:ext cx="410" cy="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2" name="Text Box 39"/>
              <p:cNvSpPr txBox="1">
                <a:spLocks noChangeArrowheads="1"/>
              </p:cNvSpPr>
              <p:nvPr/>
            </p:nvSpPr>
            <p:spPr bwMode="auto">
              <a:xfrm>
                <a:off x="2669" y="547"/>
                <a:ext cx="43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A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13" name="Text Box 40"/>
              <p:cNvSpPr txBox="1">
                <a:spLocks noChangeArrowheads="1"/>
              </p:cNvSpPr>
              <p:nvPr/>
            </p:nvSpPr>
            <p:spPr bwMode="auto">
              <a:xfrm>
                <a:off x="2969" y="336"/>
                <a:ext cx="3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B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894" name="Line 41"/>
            <p:cNvSpPr>
              <a:spLocks noChangeShapeType="1"/>
            </p:cNvSpPr>
            <p:nvPr/>
          </p:nvSpPr>
          <p:spPr bwMode="auto">
            <a:xfrm>
              <a:off x="3347" y="869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895" name="Line 42"/>
            <p:cNvSpPr>
              <a:spLocks noChangeShapeType="1"/>
            </p:cNvSpPr>
            <p:nvPr/>
          </p:nvSpPr>
          <p:spPr bwMode="auto">
            <a:xfrm>
              <a:off x="3931" y="1268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2023-2024-2 数字电路与逻辑设计B期末复习</a:t>
            </a:r>
            <a:endParaRPr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6866" name="Picture 8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4" y="2008188"/>
            <a:ext cx="5678487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"/>
          <p:cNvGrpSpPr/>
          <p:nvPr/>
        </p:nvGrpSpPr>
        <p:grpSpPr bwMode="auto">
          <a:xfrm>
            <a:off x="1778001" y="66675"/>
            <a:ext cx="3509963" cy="1963738"/>
            <a:chOff x="2888" y="401"/>
            <a:chExt cx="2211" cy="1237"/>
          </a:xfrm>
        </p:grpSpPr>
        <p:sp>
          <p:nvSpPr>
            <p:cNvPr id="36909" name="Rectangle 3"/>
            <p:cNvSpPr>
              <a:spLocks noChangeArrowheads="1"/>
            </p:cNvSpPr>
            <p:nvPr/>
          </p:nvSpPr>
          <p:spPr bwMode="auto">
            <a:xfrm>
              <a:off x="3035" y="671"/>
              <a:ext cx="432" cy="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endParaRPr kumimoji="0" lang="zh-CN" altLang="zh-CN" b="1" baseline="0">
                <a:ea typeface="黑体" panose="02010609060101010101" pitchFamily="49" charset="-122"/>
              </a:endParaRPr>
            </a:p>
          </p:txBody>
        </p:sp>
        <p:grpSp>
          <p:nvGrpSpPr>
            <p:cNvPr id="36910" name="Group 4"/>
            <p:cNvGrpSpPr/>
            <p:nvPr/>
          </p:nvGrpSpPr>
          <p:grpSpPr bwMode="auto">
            <a:xfrm>
              <a:off x="2888" y="401"/>
              <a:ext cx="2211" cy="1237"/>
              <a:chOff x="2888" y="401"/>
              <a:chExt cx="2211" cy="1237"/>
            </a:xfrm>
          </p:grpSpPr>
          <p:sp>
            <p:nvSpPr>
              <p:cNvPr id="36911" name="Rectangle 5"/>
              <p:cNvSpPr>
                <a:spLocks noChangeArrowheads="1"/>
              </p:cNvSpPr>
              <p:nvPr/>
            </p:nvSpPr>
            <p:spPr bwMode="auto">
              <a:xfrm>
                <a:off x="4715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6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2" name="Rectangle 6"/>
              <p:cNvSpPr>
                <a:spLocks noChangeArrowheads="1"/>
              </p:cNvSpPr>
              <p:nvPr/>
            </p:nvSpPr>
            <p:spPr bwMode="auto">
              <a:xfrm>
                <a:off x="4331" y="1302"/>
                <a:ext cx="384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7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3" name="Rectangle 7"/>
              <p:cNvSpPr>
                <a:spLocks noChangeArrowheads="1"/>
              </p:cNvSpPr>
              <p:nvPr/>
            </p:nvSpPr>
            <p:spPr bwMode="auto">
              <a:xfrm>
                <a:off x="3899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5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4" name="Rectangle 8"/>
              <p:cNvSpPr>
                <a:spLocks noChangeArrowheads="1"/>
              </p:cNvSpPr>
              <p:nvPr/>
            </p:nvSpPr>
            <p:spPr bwMode="auto">
              <a:xfrm>
                <a:off x="3467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4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5" name="Rectangle 9"/>
              <p:cNvSpPr>
                <a:spLocks noChangeArrowheads="1"/>
              </p:cNvSpPr>
              <p:nvPr/>
            </p:nvSpPr>
            <p:spPr bwMode="auto">
              <a:xfrm>
                <a:off x="3035" y="1302"/>
                <a:ext cx="432" cy="3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16" name="Rectangle 10"/>
              <p:cNvSpPr>
                <a:spLocks noChangeArrowheads="1"/>
              </p:cNvSpPr>
              <p:nvPr/>
            </p:nvSpPr>
            <p:spPr bwMode="auto">
              <a:xfrm>
                <a:off x="4715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2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7" name="Rectangle 11"/>
              <p:cNvSpPr>
                <a:spLocks noChangeArrowheads="1"/>
              </p:cNvSpPr>
              <p:nvPr/>
            </p:nvSpPr>
            <p:spPr bwMode="auto">
              <a:xfrm>
                <a:off x="4331" y="971"/>
                <a:ext cx="384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3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8" name="Rectangle 12"/>
              <p:cNvSpPr>
                <a:spLocks noChangeArrowheads="1"/>
              </p:cNvSpPr>
              <p:nvPr/>
            </p:nvSpPr>
            <p:spPr bwMode="auto">
              <a:xfrm>
                <a:off x="3899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19" name="Rectangle 13"/>
              <p:cNvSpPr>
                <a:spLocks noChangeArrowheads="1"/>
              </p:cNvSpPr>
              <p:nvPr/>
            </p:nvSpPr>
            <p:spPr bwMode="auto">
              <a:xfrm>
                <a:off x="3467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r>
                  <a:rPr kumimoji="0" lang="en-US" altLang="zh-CN" b="1" baseline="-25000"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6920" name="Rectangle 14"/>
              <p:cNvSpPr>
                <a:spLocks noChangeArrowheads="1"/>
              </p:cNvSpPr>
              <p:nvPr/>
            </p:nvSpPr>
            <p:spPr bwMode="auto">
              <a:xfrm>
                <a:off x="3035" y="971"/>
                <a:ext cx="432" cy="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21" name="Rectangle 15"/>
              <p:cNvSpPr>
                <a:spLocks noChangeArrowheads="1"/>
              </p:cNvSpPr>
              <p:nvPr/>
            </p:nvSpPr>
            <p:spPr bwMode="auto">
              <a:xfrm>
                <a:off x="4715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22" name="Rectangle 16"/>
              <p:cNvSpPr>
                <a:spLocks noChangeArrowheads="1"/>
              </p:cNvSpPr>
              <p:nvPr/>
            </p:nvSpPr>
            <p:spPr bwMode="auto">
              <a:xfrm>
                <a:off x="4331" y="671"/>
                <a:ext cx="384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23" name="Rectangle 17"/>
              <p:cNvSpPr>
                <a:spLocks noChangeArrowheads="1"/>
              </p:cNvSpPr>
              <p:nvPr/>
            </p:nvSpPr>
            <p:spPr bwMode="auto">
              <a:xfrm>
                <a:off x="3899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24" name="Rectangle 18"/>
              <p:cNvSpPr>
                <a:spLocks noChangeArrowheads="1"/>
              </p:cNvSpPr>
              <p:nvPr/>
            </p:nvSpPr>
            <p:spPr bwMode="auto">
              <a:xfrm>
                <a:off x="3467" y="671"/>
                <a:ext cx="432" cy="3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25" name="Line 19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26" name="Line 20"/>
              <p:cNvSpPr>
                <a:spLocks noChangeShapeType="1"/>
              </p:cNvSpPr>
              <p:nvPr/>
            </p:nvSpPr>
            <p:spPr bwMode="auto">
              <a:xfrm>
                <a:off x="3035" y="1638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27" name="Line 21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28" name="Line 22"/>
              <p:cNvSpPr>
                <a:spLocks noChangeShapeType="1"/>
              </p:cNvSpPr>
              <p:nvPr/>
            </p:nvSpPr>
            <p:spPr bwMode="auto">
              <a:xfrm>
                <a:off x="5099" y="671"/>
                <a:ext cx="0" cy="30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29" name="Line 23"/>
              <p:cNvSpPr>
                <a:spLocks noChangeShapeType="1"/>
              </p:cNvSpPr>
              <p:nvPr/>
            </p:nvSpPr>
            <p:spPr bwMode="auto">
              <a:xfrm>
                <a:off x="3035" y="671"/>
                <a:ext cx="432" cy="300"/>
              </a:xfrm>
              <a:prstGeom prst="line">
                <a:avLst/>
              </a:prstGeom>
              <a:noFill/>
              <a:ln w="28575" cap="rnd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0" name="Line 24"/>
              <p:cNvSpPr>
                <a:spLocks noChangeShapeType="1"/>
              </p:cNvSpPr>
              <p:nvPr/>
            </p:nvSpPr>
            <p:spPr bwMode="auto">
              <a:xfrm>
                <a:off x="3467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1" name="Line 25"/>
              <p:cNvSpPr>
                <a:spLocks noChangeShapeType="1"/>
              </p:cNvSpPr>
              <p:nvPr/>
            </p:nvSpPr>
            <p:spPr bwMode="auto">
              <a:xfrm>
                <a:off x="3035" y="971"/>
                <a:ext cx="0" cy="331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2" name="Line 26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3" name="Line 27"/>
              <p:cNvSpPr>
                <a:spLocks noChangeShapeType="1"/>
              </p:cNvSpPr>
              <p:nvPr/>
            </p:nvSpPr>
            <p:spPr bwMode="auto">
              <a:xfrm>
                <a:off x="3467" y="971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4" name="Line 28"/>
              <p:cNvSpPr>
                <a:spLocks noChangeShapeType="1"/>
              </p:cNvSpPr>
              <p:nvPr/>
            </p:nvSpPr>
            <p:spPr bwMode="auto">
              <a:xfrm>
                <a:off x="3899" y="671"/>
                <a:ext cx="432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5" name="Line 29"/>
              <p:cNvSpPr>
                <a:spLocks noChangeShapeType="1"/>
              </p:cNvSpPr>
              <p:nvPr/>
            </p:nvSpPr>
            <p:spPr bwMode="auto">
              <a:xfrm>
                <a:off x="3899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6" name="Line 30"/>
              <p:cNvSpPr>
                <a:spLocks noChangeShapeType="1"/>
              </p:cNvSpPr>
              <p:nvPr/>
            </p:nvSpPr>
            <p:spPr bwMode="auto">
              <a:xfrm>
                <a:off x="4331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7" name="Line 31"/>
              <p:cNvSpPr>
                <a:spLocks noChangeShapeType="1"/>
              </p:cNvSpPr>
              <p:nvPr/>
            </p:nvSpPr>
            <p:spPr bwMode="auto">
              <a:xfrm>
                <a:off x="4331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8" name="Line 32"/>
              <p:cNvSpPr>
                <a:spLocks noChangeShapeType="1"/>
              </p:cNvSpPr>
              <p:nvPr/>
            </p:nvSpPr>
            <p:spPr bwMode="auto">
              <a:xfrm>
                <a:off x="4715" y="671"/>
                <a:ext cx="384" cy="0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39" name="Line 33"/>
              <p:cNvSpPr>
                <a:spLocks noChangeShapeType="1"/>
              </p:cNvSpPr>
              <p:nvPr/>
            </p:nvSpPr>
            <p:spPr bwMode="auto">
              <a:xfrm>
                <a:off x="4715" y="971"/>
                <a:ext cx="0" cy="66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0" name="Line 34"/>
              <p:cNvSpPr>
                <a:spLocks noChangeShapeType="1"/>
              </p:cNvSpPr>
              <p:nvPr/>
            </p:nvSpPr>
            <p:spPr bwMode="auto">
              <a:xfrm>
                <a:off x="5099" y="971"/>
                <a:ext cx="0" cy="667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1" name="Line 35"/>
              <p:cNvSpPr>
                <a:spLocks noChangeShapeType="1"/>
              </p:cNvSpPr>
              <p:nvPr/>
            </p:nvSpPr>
            <p:spPr bwMode="auto">
              <a:xfrm>
                <a:off x="3035" y="1302"/>
                <a:ext cx="0" cy="336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2" name="Line 36"/>
              <p:cNvSpPr>
                <a:spLocks noChangeShapeType="1"/>
              </p:cNvSpPr>
              <p:nvPr/>
            </p:nvSpPr>
            <p:spPr bwMode="auto">
              <a:xfrm>
                <a:off x="3467" y="1302"/>
                <a:ext cx="163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3" name="Line 37"/>
              <p:cNvSpPr>
                <a:spLocks noChangeShapeType="1"/>
              </p:cNvSpPr>
              <p:nvPr/>
            </p:nvSpPr>
            <p:spPr bwMode="auto">
              <a:xfrm>
                <a:off x="3467" y="1638"/>
                <a:ext cx="163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6944" name="Text Box 38"/>
              <p:cNvSpPr txBox="1">
                <a:spLocks noChangeArrowheads="1"/>
              </p:cNvSpPr>
              <p:nvPr/>
            </p:nvSpPr>
            <p:spPr bwMode="auto">
              <a:xfrm>
                <a:off x="2888" y="750"/>
                <a:ext cx="445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A</a:t>
                </a:r>
                <a:r>
                  <a:rPr kumimoji="0" lang="en-US" altLang="zh-CN" b="1" baseline="-25000">
                    <a:solidFill>
                      <a:srgbClr val="000000"/>
                    </a:solidFill>
                    <a:ea typeface="黑体" panose="02010609060101010101" pitchFamily="49" charset="-122"/>
                  </a:rPr>
                  <a:t>2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6945" name="Text Box 39"/>
              <p:cNvSpPr txBox="1">
                <a:spLocks noChangeArrowheads="1"/>
              </p:cNvSpPr>
              <p:nvPr/>
            </p:nvSpPr>
            <p:spPr bwMode="auto">
              <a:xfrm>
                <a:off x="3075" y="401"/>
                <a:ext cx="74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A</a:t>
                </a:r>
                <a:r>
                  <a:rPr kumimoji="0" lang="en-US" altLang="zh-CN" b="1" baseline="-25000">
                    <a:solidFill>
                      <a:srgbClr val="000000"/>
                    </a:solidFill>
                    <a:ea typeface="黑体" panose="02010609060101010101" pitchFamily="49" charset="-122"/>
                  </a:rPr>
                  <a:t>1</a:t>
                </a: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A</a:t>
                </a:r>
                <a:r>
                  <a:rPr kumimoji="0" lang="en-US" altLang="zh-CN" b="1" baseline="-25000">
                    <a:solidFill>
                      <a:srgbClr val="000000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</p:grpSp>
      </p:grpSp>
      <p:grpSp>
        <p:nvGrpSpPr>
          <p:cNvPr id="5" name="Group 40"/>
          <p:cNvGrpSpPr/>
          <p:nvPr/>
        </p:nvGrpSpPr>
        <p:grpSpPr bwMode="auto">
          <a:xfrm>
            <a:off x="6475414" y="271463"/>
            <a:ext cx="3455987" cy="1803400"/>
            <a:chOff x="2911" y="1607"/>
            <a:chExt cx="2177" cy="1136"/>
          </a:xfrm>
        </p:grpSpPr>
        <p:grpSp>
          <p:nvGrpSpPr>
            <p:cNvPr id="36869" name="Group 41"/>
            <p:cNvGrpSpPr/>
            <p:nvPr/>
          </p:nvGrpSpPr>
          <p:grpSpPr bwMode="auto">
            <a:xfrm>
              <a:off x="2911" y="1607"/>
              <a:ext cx="2177" cy="1136"/>
              <a:chOff x="665" y="1898"/>
              <a:chExt cx="2177" cy="1136"/>
            </a:xfrm>
          </p:grpSpPr>
          <p:sp>
            <p:nvSpPr>
              <p:cNvPr id="36872" name="Rectangle 42"/>
              <p:cNvSpPr>
                <a:spLocks noChangeArrowheads="1"/>
              </p:cNvSpPr>
              <p:nvPr/>
            </p:nvSpPr>
            <p:spPr bwMode="auto">
              <a:xfrm>
                <a:off x="778" y="2090"/>
                <a:ext cx="432" cy="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 </a:t>
                </a:r>
                <a:endParaRPr kumimoji="0" lang="en-US" altLang="zh-CN" b="1" baseline="0">
                  <a:ea typeface="黑体" panose="02010609060101010101" pitchFamily="49" charset="-122"/>
                </a:endParaRPr>
              </a:p>
            </p:txBody>
          </p:sp>
          <p:grpSp>
            <p:nvGrpSpPr>
              <p:cNvPr id="36873" name="Group 43"/>
              <p:cNvGrpSpPr/>
              <p:nvPr/>
            </p:nvGrpSpPr>
            <p:grpSpPr bwMode="auto">
              <a:xfrm>
                <a:off x="665" y="1898"/>
                <a:ext cx="2177" cy="1136"/>
                <a:chOff x="665" y="1898"/>
                <a:chExt cx="2177" cy="1136"/>
              </a:xfrm>
            </p:grpSpPr>
            <p:sp>
              <p:nvSpPr>
                <p:cNvPr id="36874" name="Rectangle 44"/>
                <p:cNvSpPr>
                  <a:spLocks noChangeArrowheads="1"/>
                </p:cNvSpPr>
                <p:nvPr/>
              </p:nvSpPr>
              <p:spPr bwMode="auto">
                <a:xfrm>
                  <a:off x="2458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5" name="Rectangle 45"/>
                <p:cNvSpPr>
                  <a:spLocks noChangeArrowheads="1"/>
                </p:cNvSpPr>
                <p:nvPr/>
              </p:nvSpPr>
              <p:spPr bwMode="auto">
                <a:xfrm>
                  <a:off x="2074" y="2698"/>
                  <a:ext cx="384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6" name="Rectangle 46"/>
                <p:cNvSpPr>
                  <a:spLocks noChangeArrowheads="1"/>
                </p:cNvSpPr>
                <p:nvPr/>
              </p:nvSpPr>
              <p:spPr bwMode="auto">
                <a:xfrm>
                  <a:off x="1642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7" name="Rectangle 47"/>
                <p:cNvSpPr>
                  <a:spLocks noChangeArrowheads="1"/>
                </p:cNvSpPr>
                <p:nvPr/>
              </p:nvSpPr>
              <p:spPr bwMode="auto">
                <a:xfrm>
                  <a:off x="1210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D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8" name="Rectangle 48"/>
                <p:cNvSpPr>
                  <a:spLocks noChangeArrowheads="1"/>
                </p:cNvSpPr>
                <p:nvPr/>
              </p:nvSpPr>
              <p:spPr bwMode="auto">
                <a:xfrm>
                  <a:off x="778" y="2698"/>
                  <a:ext cx="432" cy="33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79" name="Rectangle 49"/>
                <p:cNvSpPr>
                  <a:spLocks noChangeArrowheads="1"/>
                </p:cNvSpPr>
                <p:nvPr/>
              </p:nvSpPr>
              <p:spPr bwMode="auto">
                <a:xfrm>
                  <a:off x="2458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0" name="Rectangle 50"/>
                <p:cNvSpPr>
                  <a:spLocks noChangeArrowheads="1"/>
                </p:cNvSpPr>
                <p:nvPr/>
              </p:nvSpPr>
              <p:spPr bwMode="auto">
                <a:xfrm>
                  <a:off x="2074" y="2396"/>
                  <a:ext cx="384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1" name="Rectangle 51"/>
                <p:cNvSpPr>
                  <a:spLocks noChangeArrowheads="1"/>
                </p:cNvSpPr>
                <p:nvPr/>
              </p:nvSpPr>
              <p:spPr bwMode="auto">
                <a:xfrm>
                  <a:off x="1642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2" name="Rectangle 52"/>
                <p:cNvSpPr>
                  <a:spLocks noChangeArrowheads="1"/>
                </p:cNvSpPr>
                <p:nvPr/>
              </p:nvSpPr>
              <p:spPr bwMode="auto">
                <a:xfrm>
                  <a:off x="1210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ea typeface="黑体" panose="02010609060101010101" pitchFamily="49" charset="-122"/>
                    </a:rPr>
                    <a:t>1</a:t>
                  </a:r>
                  <a:endParaRPr kumimoji="0" lang="en-US" altLang="zh-CN" b="1" baseline="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3" name="Rectangle 53"/>
                <p:cNvSpPr>
                  <a:spLocks noChangeArrowheads="1"/>
                </p:cNvSpPr>
                <p:nvPr/>
              </p:nvSpPr>
              <p:spPr bwMode="auto">
                <a:xfrm>
                  <a:off x="778" y="2396"/>
                  <a:ext cx="432" cy="30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4" name="Rectangle 54"/>
                <p:cNvSpPr>
                  <a:spLocks noChangeArrowheads="1"/>
                </p:cNvSpPr>
                <p:nvPr/>
              </p:nvSpPr>
              <p:spPr bwMode="auto">
                <a:xfrm>
                  <a:off x="2458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5" name="Rectangle 55"/>
                <p:cNvSpPr>
                  <a:spLocks noChangeArrowheads="1"/>
                </p:cNvSpPr>
                <p:nvPr/>
              </p:nvSpPr>
              <p:spPr bwMode="auto">
                <a:xfrm>
                  <a:off x="2074" y="2090"/>
                  <a:ext cx="384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11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6" name="Rectangle 56"/>
                <p:cNvSpPr>
                  <a:spLocks noChangeArrowheads="1"/>
                </p:cNvSpPr>
                <p:nvPr/>
              </p:nvSpPr>
              <p:spPr bwMode="auto">
                <a:xfrm>
                  <a:off x="1642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01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7" name="Rectangle 57"/>
                <p:cNvSpPr>
                  <a:spLocks noChangeArrowheads="1"/>
                </p:cNvSpPr>
                <p:nvPr/>
              </p:nvSpPr>
              <p:spPr bwMode="auto">
                <a:xfrm>
                  <a:off x="1210" y="2090"/>
                  <a:ext cx="432" cy="30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9050" tIns="19050" rIns="19050" bIns="19050" anchor="ctr" anchorCtr="1"/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chemeClr val="tx2"/>
                      </a:solidFill>
                      <a:ea typeface="黑体" panose="02010609060101010101" pitchFamily="49" charset="-122"/>
                    </a:rPr>
                    <a:t>00</a:t>
                  </a:r>
                  <a:endPara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888" name="Line 58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89" name="Line 59"/>
                <p:cNvSpPr>
                  <a:spLocks noChangeShapeType="1"/>
                </p:cNvSpPr>
                <p:nvPr/>
              </p:nvSpPr>
              <p:spPr bwMode="auto">
                <a:xfrm>
                  <a:off x="778" y="3034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0" name="Line 60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1" name="Line 61"/>
                <p:cNvSpPr>
                  <a:spLocks noChangeShapeType="1"/>
                </p:cNvSpPr>
                <p:nvPr/>
              </p:nvSpPr>
              <p:spPr bwMode="auto">
                <a:xfrm>
                  <a:off x="2842" y="2090"/>
                  <a:ext cx="0" cy="30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2" name="Line 62"/>
                <p:cNvSpPr>
                  <a:spLocks noChangeShapeType="1"/>
                </p:cNvSpPr>
                <p:nvPr/>
              </p:nvSpPr>
              <p:spPr bwMode="auto">
                <a:xfrm>
                  <a:off x="778" y="2090"/>
                  <a:ext cx="432" cy="306"/>
                </a:xfrm>
                <a:prstGeom prst="line">
                  <a:avLst/>
                </a:prstGeom>
                <a:noFill/>
                <a:ln w="28575" cap="rnd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3" name="Line 63"/>
                <p:cNvSpPr>
                  <a:spLocks noChangeShapeType="1"/>
                </p:cNvSpPr>
                <p:nvPr/>
              </p:nvSpPr>
              <p:spPr bwMode="auto">
                <a:xfrm>
                  <a:off x="1210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4" name="Line 64"/>
                <p:cNvSpPr>
                  <a:spLocks noChangeShapeType="1"/>
                </p:cNvSpPr>
                <p:nvPr/>
              </p:nvSpPr>
              <p:spPr bwMode="auto">
                <a:xfrm>
                  <a:off x="778" y="2396"/>
                  <a:ext cx="0" cy="302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5" name="Line 65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6" name="Line 66"/>
                <p:cNvSpPr>
                  <a:spLocks noChangeShapeType="1"/>
                </p:cNvSpPr>
                <p:nvPr/>
              </p:nvSpPr>
              <p:spPr bwMode="auto">
                <a:xfrm>
                  <a:off x="1210" y="2396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7" name="Line 67"/>
                <p:cNvSpPr>
                  <a:spLocks noChangeShapeType="1"/>
                </p:cNvSpPr>
                <p:nvPr/>
              </p:nvSpPr>
              <p:spPr bwMode="auto">
                <a:xfrm>
                  <a:off x="1642" y="2090"/>
                  <a:ext cx="432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8" name="Line 68"/>
                <p:cNvSpPr>
                  <a:spLocks noChangeShapeType="1"/>
                </p:cNvSpPr>
                <p:nvPr/>
              </p:nvSpPr>
              <p:spPr bwMode="auto">
                <a:xfrm>
                  <a:off x="1642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899" name="Line 69"/>
                <p:cNvSpPr>
                  <a:spLocks noChangeShapeType="1"/>
                </p:cNvSpPr>
                <p:nvPr/>
              </p:nvSpPr>
              <p:spPr bwMode="auto">
                <a:xfrm>
                  <a:off x="2074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0" name="Line 70"/>
                <p:cNvSpPr>
                  <a:spLocks noChangeShapeType="1"/>
                </p:cNvSpPr>
                <p:nvPr/>
              </p:nvSpPr>
              <p:spPr bwMode="auto">
                <a:xfrm>
                  <a:off x="2074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1" name="Line 71"/>
                <p:cNvSpPr>
                  <a:spLocks noChangeShapeType="1"/>
                </p:cNvSpPr>
                <p:nvPr/>
              </p:nvSpPr>
              <p:spPr bwMode="auto">
                <a:xfrm>
                  <a:off x="2458" y="2090"/>
                  <a:ext cx="384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2" name="Line 72"/>
                <p:cNvSpPr>
                  <a:spLocks noChangeShapeType="1"/>
                </p:cNvSpPr>
                <p:nvPr/>
              </p:nvSpPr>
              <p:spPr bwMode="auto">
                <a:xfrm>
                  <a:off x="2458" y="2396"/>
                  <a:ext cx="0" cy="6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3" name="Line 73"/>
                <p:cNvSpPr>
                  <a:spLocks noChangeShapeType="1"/>
                </p:cNvSpPr>
                <p:nvPr/>
              </p:nvSpPr>
              <p:spPr bwMode="auto">
                <a:xfrm>
                  <a:off x="2842" y="2396"/>
                  <a:ext cx="0" cy="638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4" name="Line 74"/>
                <p:cNvSpPr>
                  <a:spLocks noChangeShapeType="1"/>
                </p:cNvSpPr>
                <p:nvPr/>
              </p:nvSpPr>
              <p:spPr bwMode="auto">
                <a:xfrm>
                  <a:off x="778" y="2698"/>
                  <a:ext cx="0" cy="336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5" name="Line 75"/>
                <p:cNvSpPr>
                  <a:spLocks noChangeShapeType="1"/>
                </p:cNvSpPr>
                <p:nvPr/>
              </p:nvSpPr>
              <p:spPr bwMode="auto">
                <a:xfrm>
                  <a:off x="1210" y="2698"/>
                  <a:ext cx="1632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6" name="Line 76"/>
                <p:cNvSpPr>
                  <a:spLocks noChangeShapeType="1"/>
                </p:cNvSpPr>
                <p:nvPr/>
              </p:nvSpPr>
              <p:spPr bwMode="auto">
                <a:xfrm>
                  <a:off x="1210" y="3034"/>
                  <a:ext cx="1632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6907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665" y="2195"/>
                  <a:ext cx="257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rgbClr val="000000"/>
                      </a:solidFill>
                      <a:ea typeface="黑体" panose="02010609060101010101" pitchFamily="49" charset="-122"/>
                    </a:rPr>
                    <a:t>A</a:t>
                  </a:r>
                  <a:endPara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36908" name="Text Box 78"/>
                <p:cNvSpPr txBox="1">
                  <a:spLocks noChangeArrowheads="1"/>
                </p:cNvSpPr>
                <p:nvPr/>
              </p:nvSpPr>
              <p:spPr bwMode="auto">
                <a:xfrm>
                  <a:off x="922" y="1898"/>
                  <a:ext cx="432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algn="ctr" eaLnBrk="0" fontAlgn="base" hangingPunct="0">
                    <a:spcBef>
                      <a:spcPct val="50000"/>
                    </a:spcBef>
                    <a:spcAft>
                      <a:spcPct val="0"/>
                    </a:spcAft>
                    <a:defRPr kumimoji="1" sz="2800" baseline="-50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l">
                    <a:spcBef>
                      <a:spcPct val="0"/>
                    </a:spcBef>
                  </a:pPr>
                  <a:r>
                    <a:rPr kumimoji="0" lang="en-US" altLang="zh-CN" b="1" baseline="0">
                      <a:solidFill>
                        <a:srgbClr val="000000"/>
                      </a:solidFill>
                      <a:ea typeface="黑体" panose="02010609060101010101" pitchFamily="49" charset="-122"/>
                    </a:rPr>
                    <a:t>BC</a:t>
                  </a:r>
                  <a:endPara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endParaRPr>
                </a:p>
              </p:txBody>
            </p:sp>
          </p:grpSp>
        </p:grpSp>
        <p:sp>
          <p:nvSpPr>
            <p:cNvPr id="36870" name="Line 79"/>
            <p:cNvSpPr>
              <a:spLocks noChangeShapeType="1"/>
            </p:cNvSpPr>
            <p:nvPr/>
          </p:nvSpPr>
          <p:spPr bwMode="auto">
            <a:xfrm>
              <a:off x="4433" y="2464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871" name="Line 80"/>
            <p:cNvSpPr>
              <a:spLocks noChangeShapeType="1"/>
            </p:cNvSpPr>
            <p:nvPr/>
          </p:nvSpPr>
          <p:spPr bwMode="auto">
            <a:xfrm>
              <a:off x="4815" y="2456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37890" name="Group 2"/>
          <p:cNvGrpSpPr/>
          <p:nvPr/>
        </p:nvGrpSpPr>
        <p:grpSpPr bwMode="auto">
          <a:xfrm>
            <a:off x="3238500" y="107951"/>
            <a:ext cx="1900238" cy="1958975"/>
            <a:chOff x="2143" y="2238"/>
            <a:chExt cx="1197" cy="1234"/>
          </a:xfrm>
        </p:grpSpPr>
        <p:sp>
          <p:nvSpPr>
            <p:cNvPr id="37914" name="Rectangle 3"/>
            <p:cNvSpPr>
              <a:spLocks noChangeArrowheads="1"/>
            </p:cNvSpPr>
            <p:nvPr/>
          </p:nvSpPr>
          <p:spPr bwMode="auto">
            <a:xfrm>
              <a:off x="2641" y="3124"/>
              <a:ext cx="350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ea typeface="黑体" panose="02010609060101010101" pitchFamily="49" charset="-122"/>
                </a:rPr>
                <a:t>D</a:t>
              </a:r>
              <a:r>
                <a:rPr kumimoji="0" lang="en-US" altLang="zh-CN" b="1" baseline="-25000">
                  <a:ea typeface="黑体" panose="02010609060101010101" pitchFamily="49" charset="-122"/>
                </a:rPr>
                <a:t>2</a:t>
              </a:r>
              <a:endParaRPr kumimoji="0" lang="en-US" altLang="zh-CN" b="1" baseline="-25000">
                <a:ea typeface="黑体" panose="02010609060101010101" pitchFamily="49" charset="-122"/>
              </a:endParaRPr>
            </a:p>
          </p:txBody>
        </p:sp>
        <p:sp>
          <p:nvSpPr>
            <p:cNvPr id="37915" name="Rectangle 4"/>
            <p:cNvSpPr>
              <a:spLocks noChangeArrowheads="1"/>
            </p:cNvSpPr>
            <p:nvPr/>
          </p:nvSpPr>
          <p:spPr bwMode="auto">
            <a:xfrm>
              <a:off x="2641" y="2777"/>
              <a:ext cx="350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ea typeface="黑体" panose="02010609060101010101" pitchFamily="49" charset="-122"/>
                </a:rPr>
                <a:t>D</a:t>
              </a:r>
              <a:r>
                <a:rPr kumimoji="0" lang="en-US" altLang="zh-CN" b="1" baseline="-25000">
                  <a:ea typeface="黑体" panose="02010609060101010101" pitchFamily="49" charset="-122"/>
                </a:rPr>
                <a:t>0</a:t>
              </a:r>
              <a:endParaRPr kumimoji="0" lang="en-US" altLang="zh-CN" b="1" baseline="-25000">
                <a:ea typeface="黑体" panose="02010609060101010101" pitchFamily="49" charset="-122"/>
              </a:endParaRPr>
            </a:p>
          </p:txBody>
        </p:sp>
        <p:sp>
          <p:nvSpPr>
            <p:cNvPr id="37916" name="Rectangle 5"/>
            <p:cNvSpPr>
              <a:spLocks noChangeArrowheads="1"/>
            </p:cNvSpPr>
            <p:nvPr/>
          </p:nvSpPr>
          <p:spPr bwMode="auto">
            <a:xfrm>
              <a:off x="2641" y="2343"/>
              <a:ext cx="350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endParaRPr kumimoji="0" lang="en-US" altLang="zh-CN" b="1" baseline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17" name="Rectangle 6"/>
            <p:cNvSpPr>
              <a:spLocks noChangeArrowheads="1"/>
            </p:cNvSpPr>
            <p:nvPr/>
          </p:nvSpPr>
          <p:spPr bwMode="auto">
            <a:xfrm>
              <a:off x="2991" y="2777"/>
              <a:ext cx="349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ea typeface="黑体" panose="02010609060101010101" pitchFamily="49" charset="-122"/>
                </a:rPr>
                <a:t>D</a:t>
              </a:r>
              <a:r>
                <a:rPr kumimoji="0" lang="en-US" altLang="zh-CN" b="1" baseline="-25000">
                  <a:ea typeface="黑体" panose="02010609060101010101" pitchFamily="49" charset="-122"/>
                </a:rPr>
                <a:t>1</a:t>
              </a:r>
              <a:endParaRPr kumimoji="0" lang="en-US" altLang="zh-CN" b="1" baseline="-25000">
                <a:ea typeface="黑体" panose="02010609060101010101" pitchFamily="49" charset="-122"/>
              </a:endParaRPr>
            </a:p>
          </p:txBody>
        </p:sp>
        <p:sp>
          <p:nvSpPr>
            <p:cNvPr id="37918" name="Rectangle 7"/>
            <p:cNvSpPr>
              <a:spLocks noChangeArrowheads="1"/>
            </p:cNvSpPr>
            <p:nvPr/>
          </p:nvSpPr>
          <p:spPr bwMode="auto">
            <a:xfrm>
              <a:off x="2292" y="2777"/>
              <a:ext cx="349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rPr>
                <a:t>0</a:t>
              </a:r>
              <a:endParaRPr kumimoji="0" lang="en-US" altLang="zh-CN" b="1" baseline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19" name="Rectangle 8"/>
            <p:cNvSpPr>
              <a:spLocks noChangeArrowheads="1"/>
            </p:cNvSpPr>
            <p:nvPr/>
          </p:nvSpPr>
          <p:spPr bwMode="auto">
            <a:xfrm>
              <a:off x="2991" y="3124"/>
              <a:ext cx="349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ea typeface="黑体" panose="02010609060101010101" pitchFamily="49" charset="-122"/>
                </a:rPr>
                <a:t>D</a:t>
              </a:r>
              <a:r>
                <a:rPr kumimoji="0" lang="en-US" altLang="zh-CN" b="1" baseline="-25000">
                  <a:ea typeface="黑体" panose="02010609060101010101" pitchFamily="49" charset="-122"/>
                </a:rPr>
                <a:t>3</a:t>
              </a:r>
              <a:endParaRPr kumimoji="0" lang="en-US" altLang="zh-CN" b="1" baseline="-25000">
                <a:ea typeface="黑体" panose="02010609060101010101" pitchFamily="49" charset="-122"/>
              </a:endParaRPr>
            </a:p>
          </p:txBody>
        </p:sp>
        <p:sp>
          <p:nvSpPr>
            <p:cNvPr id="37920" name="Rectangle 9"/>
            <p:cNvSpPr>
              <a:spLocks noChangeArrowheads="1"/>
            </p:cNvSpPr>
            <p:nvPr/>
          </p:nvSpPr>
          <p:spPr bwMode="auto">
            <a:xfrm>
              <a:off x="2292" y="3124"/>
              <a:ext cx="349" cy="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rPr>
                <a:t>1</a:t>
              </a:r>
              <a:endParaRPr kumimoji="0" lang="en-US" altLang="zh-CN" b="1" baseline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21" name="Rectangle 10"/>
            <p:cNvSpPr>
              <a:spLocks noChangeArrowheads="1"/>
            </p:cNvSpPr>
            <p:nvPr/>
          </p:nvSpPr>
          <p:spPr bwMode="auto">
            <a:xfrm>
              <a:off x="2991" y="2343"/>
              <a:ext cx="349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rPr>
                <a:t>1</a:t>
              </a:r>
              <a:endParaRPr kumimoji="0" lang="en-US" altLang="zh-CN" b="1" baseline="0">
                <a:solidFill>
                  <a:schemeClr val="tx2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22" name="Rectangle 11"/>
            <p:cNvSpPr>
              <a:spLocks noChangeArrowheads="1"/>
            </p:cNvSpPr>
            <p:nvPr/>
          </p:nvSpPr>
          <p:spPr bwMode="auto">
            <a:xfrm>
              <a:off x="2292" y="2343"/>
              <a:ext cx="349" cy="4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 anchorCtr="1"/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endParaRPr kumimoji="0" lang="zh-CN" altLang="zh-CN" b="1" baseline="0">
                <a:ea typeface="黑体" panose="02010609060101010101" pitchFamily="49" charset="-122"/>
              </a:endParaRPr>
            </a:p>
          </p:txBody>
        </p:sp>
        <p:sp>
          <p:nvSpPr>
            <p:cNvPr id="37923" name="Line 12"/>
            <p:cNvSpPr>
              <a:spLocks noChangeShapeType="1"/>
            </p:cNvSpPr>
            <p:nvPr/>
          </p:nvSpPr>
          <p:spPr bwMode="auto">
            <a:xfrm>
              <a:off x="2641" y="2777"/>
              <a:ext cx="0" cy="6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9050" tIns="19050" rIns="19050" bIns="19050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4" name="Line 13"/>
            <p:cNvSpPr>
              <a:spLocks noChangeShapeType="1"/>
            </p:cNvSpPr>
            <p:nvPr/>
          </p:nvSpPr>
          <p:spPr bwMode="auto">
            <a:xfrm>
              <a:off x="2641" y="2777"/>
              <a:ext cx="6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9050" tIns="19050" rIns="19050" bIns="19050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5" name="Line 14"/>
            <p:cNvSpPr>
              <a:spLocks noChangeShapeType="1"/>
            </p:cNvSpPr>
            <p:nvPr/>
          </p:nvSpPr>
          <p:spPr bwMode="auto">
            <a:xfrm>
              <a:off x="2641" y="3472"/>
              <a:ext cx="69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9050" tIns="19050" rIns="19050" bIns="19050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6" name="Line 15"/>
            <p:cNvSpPr>
              <a:spLocks noChangeShapeType="1"/>
            </p:cNvSpPr>
            <p:nvPr/>
          </p:nvSpPr>
          <p:spPr bwMode="auto">
            <a:xfrm>
              <a:off x="3340" y="2777"/>
              <a:ext cx="0" cy="69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9050" tIns="19050" rIns="19050" bIns="19050" anchor="ctr" anchorCtr="1"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7" name="Line 16"/>
            <p:cNvSpPr>
              <a:spLocks noChangeShapeType="1"/>
            </p:cNvSpPr>
            <p:nvPr/>
          </p:nvSpPr>
          <p:spPr bwMode="auto">
            <a:xfrm>
              <a:off x="2641" y="3124"/>
              <a:ext cx="6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8" name="Line 17"/>
            <p:cNvSpPr>
              <a:spLocks noChangeShapeType="1"/>
            </p:cNvSpPr>
            <p:nvPr/>
          </p:nvSpPr>
          <p:spPr bwMode="auto">
            <a:xfrm>
              <a:off x="2991" y="2777"/>
              <a:ext cx="0" cy="69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929" name="Line 18"/>
            <p:cNvSpPr>
              <a:spLocks noChangeShapeType="1"/>
            </p:cNvSpPr>
            <p:nvPr/>
          </p:nvSpPr>
          <p:spPr bwMode="auto">
            <a:xfrm flipH="1" flipV="1">
              <a:off x="2292" y="2461"/>
              <a:ext cx="344" cy="3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7930" name="Text Box 19"/>
            <p:cNvSpPr txBox="1">
              <a:spLocks noChangeArrowheads="1"/>
            </p:cNvSpPr>
            <p:nvPr/>
          </p:nvSpPr>
          <p:spPr bwMode="auto">
            <a:xfrm>
              <a:off x="2143" y="2526"/>
              <a:ext cx="42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rPr>
                <a:t>A</a:t>
              </a:r>
              <a:r>
                <a:rPr kumimoji="0" lang="en-US" altLang="zh-CN" b="1" baseline="-25000">
                  <a:solidFill>
                    <a:srgbClr val="000000"/>
                  </a:solidFill>
                  <a:ea typeface="黑体" panose="02010609060101010101" pitchFamily="49" charset="-122"/>
                </a:rPr>
                <a:t>1</a:t>
              </a:r>
              <a:endPara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37931" name="Text Box 20"/>
            <p:cNvSpPr txBox="1">
              <a:spLocks noChangeArrowheads="1"/>
            </p:cNvSpPr>
            <p:nvPr/>
          </p:nvSpPr>
          <p:spPr bwMode="auto">
            <a:xfrm>
              <a:off x="2365" y="2238"/>
              <a:ext cx="46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aseline="-50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l">
                <a:spcBef>
                  <a:spcPct val="0"/>
                </a:spcBef>
              </a:pPr>
              <a:r>
                <a: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rPr>
                <a:t>A</a:t>
              </a:r>
              <a:r>
                <a:rPr kumimoji="0" lang="en-US" altLang="zh-CN" b="1" baseline="-25000">
                  <a:solidFill>
                    <a:srgbClr val="000000"/>
                  </a:solidFill>
                  <a:ea typeface="黑体" panose="02010609060101010101" pitchFamily="49" charset="-122"/>
                </a:rPr>
                <a:t>0</a:t>
              </a:r>
              <a:endParaRPr kumimoji="0" lang="en-US" altLang="zh-CN" b="1" baseline="0">
                <a:solidFill>
                  <a:srgbClr val="000000"/>
                </a:solidFill>
                <a:ea typeface="黑体" panose="02010609060101010101" pitchFamily="49" charset="-122"/>
              </a:endParaRPr>
            </a:p>
          </p:txBody>
        </p:sp>
      </p:grpSp>
      <p:grpSp>
        <p:nvGrpSpPr>
          <p:cNvPr id="37891" name="Group 21"/>
          <p:cNvGrpSpPr/>
          <p:nvPr/>
        </p:nvGrpSpPr>
        <p:grpSpPr bwMode="auto">
          <a:xfrm>
            <a:off x="6723064" y="0"/>
            <a:ext cx="2503487" cy="2057400"/>
            <a:chOff x="2669" y="307"/>
            <a:chExt cx="1577" cy="1296"/>
          </a:xfrm>
        </p:grpSpPr>
        <p:grpSp>
          <p:nvGrpSpPr>
            <p:cNvPr id="37893" name="Group 22"/>
            <p:cNvGrpSpPr/>
            <p:nvPr/>
          </p:nvGrpSpPr>
          <p:grpSpPr bwMode="auto">
            <a:xfrm>
              <a:off x="2669" y="307"/>
              <a:ext cx="1577" cy="1296"/>
              <a:chOff x="2669" y="307"/>
              <a:chExt cx="1577" cy="1296"/>
            </a:xfrm>
          </p:grpSpPr>
          <p:sp>
            <p:nvSpPr>
              <p:cNvPr id="37896" name="Rectangle 23"/>
              <p:cNvSpPr>
                <a:spLocks noChangeArrowheads="1"/>
              </p:cNvSpPr>
              <p:nvPr/>
            </p:nvSpPr>
            <p:spPr bwMode="auto">
              <a:xfrm>
                <a:off x="3200" y="1204"/>
                <a:ext cx="510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C+D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897" name="Rectangle 24"/>
              <p:cNvSpPr>
                <a:spLocks noChangeArrowheads="1"/>
              </p:cNvSpPr>
              <p:nvPr/>
            </p:nvSpPr>
            <p:spPr bwMode="auto">
              <a:xfrm>
                <a:off x="3200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898" name="Rectangle 25"/>
              <p:cNvSpPr>
                <a:spLocks noChangeArrowheads="1"/>
              </p:cNvSpPr>
              <p:nvPr/>
            </p:nvSpPr>
            <p:spPr bwMode="auto">
              <a:xfrm>
                <a:off x="3200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899" name="Rectangle 26"/>
              <p:cNvSpPr>
                <a:spLocks noChangeArrowheads="1"/>
              </p:cNvSpPr>
              <p:nvPr/>
            </p:nvSpPr>
            <p:spPr bwMode="auto">
              <a:xfrm>
                <a:off x="3798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C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900" name="Rectangle 27"/>
              <p:cNvSpPr>
                <a:spLocks noChangeArrowheads="1"/>
              </p:cNvSpPr>
              <p:nvPr/>
            </p:nvSpPr>
            <p:spPr bwMode="auto">
              <a:xfrm>
                <a:off x="2784" y="805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0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1" name="Rectangle 28"/>
              <p:cNvSpPr>
                <a:spLocks noChangeArrowheads="1"/>
              </p:cNvSpPr>
              <p:nvPr/>
            </p:nvSpPr>
            <p:spPr bwMode="auto">
              <a:xfrm>
                <a:off x="3798" y="1204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ea typeface="黑体" panose="02010609060101010101" pitchFamily="49" charset="-122"/>
                  </a:rPr>
                  <a:t>D</a:t>
                </a:r>
                <a:endParaRPr kumimoji="0" lang="en-US" altLang="zh-CN" b="1" baseline="-25000">
                  <a:ea typeface="黑体" panose="02010609060101010101" pitchFamily="49" charset="-122"/>
                </a:endParaRPr>
              </a:p>
            </p:txBody>
          </p:sp>
          <p:sp>
            <p:nvSpPr>
              <p:cNvPr id="37902" name="Rectangle 29"/>
              <p:cNvSpPr>
                <a:spLocks noChangeArrowheads="1"/>
              </p:cNvSpPr>
              <p:nvPr/>
            </p:nvSpPr>
            <p:spPr bwMode="auto">
              <a:xfrm>
                <a:off x="2784" y="1204"/>
                <a:ext cx="416" cy="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3" name="Rectangle 30"/>
              <p:cNvSpPr>
                <a:spLocks noChangeArrowheads="1"/>
              </p:cNvSpPr>
              <p:nvPr/>
            </p:nvSpPr>
            <p:spPr bwMode="auto">
              <a:xfrm>
                <a:off x="3616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chemeClr val="tx2"/>
                    </a:solidFill>
                    <a:ea typeface="黑体" panose="02010609060101010101" pitchFamily="49" charset="-122"/>
                  </a:rPr>
                  <a:t>1</a:t>
                </a:r>
                <a:endParaRPr kumimoji="0" lang="en-US" altLang="zh-CN" b="1" baseline="0">
                  <a:solidFill>
                    <a:schemeClr val="tx2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04" name="Rectangle 31"/>
              <p:cNvSpPr>
                <a:spLocks noChangeArrowheads="1"/>
              </p:cNvSpPr>
              <p:nvPr/>
            </p:nvSpPr>
            <p:spPr bwMode="auto">
              <a:xfrm>
                <a:off x="2784" y="307"/>
                <a:ext cx="416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9050" tIns="19050" rIns="19050" bIns="19050" anchor="ctr" anchorCtr="1"/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endParaRPr kumimoji="0" lang="zh-CN" altLang="zh-CN" b="1" baseline="0">
                  <a:ea typeface="黑体" panose="02010609060101010101" pitchFamily="49" charset="-122"/>
                </a:endParaRPr>
              </a:p>
            </p:txBody>
          </p:sp>
          <p:sp>
            <p:nvSpPr>
              <p:cNvPr id="37905" name="Line 32"/>
              <p:cNvSpPr>
                <a:spLocks noChangeShapeType="1"/>
              </p:cNvSpPr>
              <p:nvPr/>
            </p:nvSpPr>
            <p:spPr bwMode="auto">
              <a:xfrm>
                <a:off x="3200" y="805"/>
                <a:ext cx="0" cy="7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6" name="Line 33"/>
              <p:cNvSpPr>
                <a:spLocks noChangeShapeType="1"/>
              </p:cNvSpPr>
              <p:nvPr/>
            </p:nvSpPr>
            <p:spPr bwMode="auto">
              <a:xfrm>
                <a:off x="3200" y="805"/>
                <a:ext cx="1046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7" name="Line 34"/>
              <p:cNvSpPr>
                <a:spLocks noChangeShapeType="1"/>
              </p:cNvSpPr>
              <p:nvPr/>
            </p:nvSpPr>
            <p:spPr bwMode="auto">
              <a:xfrm>
                <a:off x="3200" y="1603"/>
                <a:ext cx="1033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8" name="Line 35"/>
              <p:cNvSpPr>
                <a:spLocks noChangeShapeType="1"/>
              </p:cNvSpPr>
              <p:nvPr/>
            </p:nvSpPr>
            <p:spPr bwMode="auto">
              <a:xfrm>
                <a:off x="4240" y="805"/>
                <a:ext cx="0" cy="798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9050" tIns="19050" rIns="19050" bIns="19050" anchor="ctr" anchorCtr="1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09" name="Line 36"/>
              <p:cNvSpPr>
                <a:spLocks noChangeShapeType="1"/>
              </p:cNvSpPr>
              <p:nvPr/>
            </p:nvSpPr>
            <p:spPr bwMode="auto">
              <a:xfrm>
                <a:off x="3200" y="1204"/>
                <a:ext cx="1033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0" name="Line 37"/>
              <p:cNvSpPr>
                <a:spLocks noChangeShapeType="1"/>
              </p:cNvSpPr>
              <p:nvPr/>
            </p:nvSpPr>
            <p:spPr bwMode="auto">
              <a:xfrm>
                <a:off x="3746" y="805"/>
                <a:ext cx="0" cy="7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1" name="Line 38"/>
              <p:cNvSpPr>
                <a:spLocks noChangeShapeType="1"/>
              </p:cNvSpPr>
              <p:nvPr/>
            </p:nvSpPr>
            <p:spPr bwMode="auto">
              <a:xfrm flipH="1" flipV="1">
                <a:off x="2784" y="442"/>
                <a:ext cx="410" cy="3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7912" name="Text Box 39"/>
              <p:cNvSpPr txBox="1">
                <a:spLocks noChangeArrowheads="1"/>
              </p:cNvSpPr>
              <p:nvPr/>
            </p:nvSpPr>
            <p:spPr bwMode="auto">
              <a:xfrm>
                <a:off x="2669" y="547"/>
                <a:ext cx="43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A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37913" name="Text Box 40"/>
              <p:cNvSpPr txBox="1">
                <a:spLocks noChangeArrowheads="1"/>
              </p:cNvSpPr>
              <p:nvPr/>
            </p:nvSpPr>
            <p:spPr bwMode="auto">
              <a:xfrm>
                <a:off x="2969" y="336"/>
                <a:ext cx="36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aseline="-50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l">
                  <a:spcBef>
                    <a:spcPct val="0"/>
                  </a:spcBef>
                </a:pPr>
                <a:r>
                  <a:rPr kumimoji="0" lang="en-US" altLang="zh-CN" b="1" baseline="0">
                    <a:solidFill>
                      <a:srgbClr val="000000"/>
                    </a:solidFill>
                    <a:ea typeface="黑体" panose="02010609060101010101" pitchFamily="49" charset="-122"/>
                  </a:rPr>
                  <a:t>B</a:t>
                </a:r>
                <a:endParaRPr kumimoji="0" lang="en-US" altLang="zh-CN" b="1" baseline="0">
                  <a:solidFill>
                    <a:srgbClr val="000000"/>
                  </a:solidFill>
                  <a:ea typeface="黑体" panose="02010609060101010101" pitchFamily="49" charset="-122"/>
                </a:endParaRPr>
              </a:p>
            </p:txBody>
          </p:sp>
        </p:grpSp>
        <p:sp>
          <p:nvSpPr>
            <p:cNvPr id="37894" name="Line 41"/>
            <p:cNvSpPr>
              <a:spLocks noChangeShapeType="1"/>
            </p:cNvSpPr>
            <p:nvPr/>
          </p:nvSpPr>
          <p:spPr bwMode="auto">
            <a:xfrm>
              <a:off x="3347" y="861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7895" name="Line 42"/>
            <p:cNvSpPr>
              <a:spLocks noChangeShapeType="1"/>
            </p:cNvSpPr>
            <p:nvPr/>
          </p:nvSpPr>
          <p:spPr bwMode="auto">
            <a:xfrm>
              <a:off x="3931" y="1268"/>
              <a:ext cx="134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37892" name="Picture 4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6" y="2476501"/>
            <a:ext cx="7389813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576933" y="266294"/>
            <a:ext cx="10838413" cy="91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6. 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逻辑电路如图所示，已知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的波形，请画出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Q1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Q2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的波形，已知触发器的初始状态均为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1" lang="zh-CN" altLang="en-US" sz="24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9475" y="1177122"/>
            <a:ext cx="8135297" cy="2940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688" y="4345429"/>
            <a:ext cx="7958869" cy="1675800"/>
          </a:xfrm>
          <a:prstGeom prst="rect">
            <a:avLst/>
          </a:prstGeom>
        </p:spPr>
      </p:pic>
      <p:sp>
        <p:nvSpPr>
          <p:cNvPr id="7" name="椭圆 6"/>
          <p:cNvSpPr/>
          <p:nvPr/>
        </p:nvSpPr>
        <p:spPr>
          <a:xfrm>
            <a:off x="2461848" y="281354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7192110" y="215232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003425" y="731838"/>
            <a:ext cx="49053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CP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Freeform 7"/>
          <p:cNvSpPr/>
          <p:nvPr/>
        </p:nvSpPr>
        <p:spPr bwMode="auto">
          <a:xfrm>
            <a:off x="3468688" y="609601"/>
            <a:ext cx="352425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/>
        </p:nvSpPr>
        <p:spPr bwMode="auto">
          <a:xfrm>
            <a:off x="3817938" y="622301"/>
            <a:ext cx="373063" cy="600075"/>
          </a:xfrm>
          <a:custGeom>
            <a:avLst/>
            <a:gdLst>
              <a:gd name="T0" fmla="*/ 235 w 235"/>
              <a:gd name="T1" fmla="*/ 0 h 378"/>
              <a:gd name="T2" fmla="*/ 235 w 235"/>
              <a:gd name="T3" fmla="*/ 378 h 378"/>
              <a:gd name="T4" fmla="*/ 0 w 235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" h="378">
                <a:moveTo>
                  <a:pt x="235" y="0"/>
                </a:moveTo>
                <a:lnTo>
                  <a:pt x="235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/>
        </p:nvSpPr>
        <p:spPr bwMode="auto">
          <a:xfrm>
            <a:off x="4191000" y="609601"/>
            <a:ext cx="352425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0"/>
          <p:cNvSpPr/>
          <p:nvPr/>
        </p:nvSpPr>
        <p:spPr bwMode="auto">
          <a:xfrm>
            <a:off x="4541838" y="622301"/>
            <a:ext cx="373063" cy="600075"/>
          </a:xfrm>
          <a:custGeom>
            <a:avLst/>
            <a:gdLst>
              <a:gd name="T0" fmla="*/ 235 w 235"/>
              <a:gd name="T1" fmla="*/ 0 h 378"/>
              <a:gd name="T2" fmla="*/ 235 w 235"/>
              <a:gd name="T3" fmla="*/ 378 h 378"/>
              <a:gd name="T4" fmla="*/ 0 w 235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" h="378">
                <a:moveTo>
                  <a:pt x="235" y="0"/>
                </a:moveTo>
                <a:lnTo>
                  <a:pt x="235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/>
        </p:nvSpPr>
        <p:spPr bwMode="auto">
          <a:xfrm>
            <a:off x="4914900" y="614363"/>
            <a:ext cx="333375" cy="608013"/>
          </a:xfrm>
          <a:custGeom>
            <a:avLst/>
            <a:gdLst>
              <a:gd name="T0" fmla="*/ 210 w 210"/>
              <a:gd name="T1" fmla="*/ 383 h 383"/>
              <a:gd name="T2" fmla="*/ 210 w 210"/>
              <a:gd name="T3" fmla="*/ 0 h 383"/>
              <a:gd name="T4" fmla="*/ 0 w 210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0" h="383">
                <a:moveTo>
                  <a:pt x="210" y="383"/>
                </a:moveTo>
                <a:lnTo>
                  <a:pt x="210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2"/>
          <p:cNvSpPr/>
          <p:nvPr/>
        </p:nvSpPr>
        <p:spPr bwMode="auto">
          <a:xfrm>
            <a:off x="5245100" y="622301"/>
            <a:ext cx="374650" cy="600075"/>
          </a:xfrm>
          <a:custGeom>
            <a:avLst/>
            <a:gdLst>
              <a:gd name="T0" fmla="*/ 236 w 236"/>
              <a:gd name="T1" fmla="*/ 0 h 378"/>
              <a:gd name="T2" fmla="*/ 236 w 236"/>
              <a:gd name="T3" fmla="*/ 378 h 378"/>
              <a:gd name="T4" fmla="*/ 0 w 236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" h="378">
                <a:moveTo>
                  <a:pt x="236" y="0"/>
                </a:moveTo>
                <a:lnTo>
                  <a:pt x="236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13"/>
          <p:cNvSpPr/>
          <p:nvPr/>
        </p:nvSpPr>
        <p:spPr bwMode="auto">
          <a:xfrm>
            <a:off x="5616575" y="614363"/>
            <a:ext cx="336550" cy="608013"/>
          </a:xfrm>
          <a:custGeom>
            <a:avLst/>
            <a:gdLst>
              <a:gd name="T0" fmla="*/ 212 w 212"/>
              <a:gd name="T1" fmla="*/ 383 h 383"/>
              <a:gd name="T2" fmla="*/ 212 w 212"/>
              <a:gd name="T3" fmla="*/ 0 h 383"/>
              <a:gd name="T4" fmla="*/ 0 w 212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2" h="383">
                <a:moveTo>
                  <a:pt x="212" y="383"/>
                </a:moveTo>
                <a:lnTo>
                  <a:pt x="21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Freeform 14"/>
          <p:cNvSpPr/>
          <p:nvPr/>
        </p:nvSpPr>
        <p:spPr bwMode="auto">
          <a:xfrm>
            <a:off x="5949950" y="622301"/>
            <a:ext cx="374650" cy="600075"/>
          </a:xfrm>
          <a:custGeom>
            <a:avLst/>
            <a:gdLst>
              <a:gd name="T0" fmla="*/ 236 w 236"/>
              <a:gd name="T1" fmla="*/ 0 h 378"/>
              <a:gd name="T2" fmla="*/ 236 w 236"/>
              <a:gd name="T3" fmla="*/ 378 h 378"/>
              <a:gd name="T4" fmla="*/ 0 w 236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" h="378">
                <a:moveTo>
                  <a:pt x="236" y="0"/>
                </a:moveTo>
                <a:lnTo>
                  <a:pt x="236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5"/>
          <p:cNvSpPr/>
          <p:nvPr/>
        </p:nvSpPr>
        <p:spPr bwMode="auto">
          <a:xfrm>
            <a:off x="6324600" y="609601"/>
            <a:ext cx="350838" cy="612775"/>
          </a:xfrm>
          <a:custGeom>
            <a:avLst/>
            <a:gdLst>
              <a:gd name="T0" fmla="*/ 221 w 221"/>
              <a:gd name="T1" fmla="*/ 386 h 386"/>
              <a:gd name="T2" fmla="*/ 221 w 221"/>
              <a:gd name="T3" fmla="*/ 0 h 386"/>
              <a:gd name="T4" fmla="*/ 0 w 221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1" h="386">
                <a:moveTo>
                  <a:pt x="221" y="386"/>
                </a:moveTo>
                <a:lnTo>
                  <a:pt x="221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6"/>
          <p:cNvSpPr/>
          <p:nvPr/>
        </p:nvSpPr>
        <p:spPr bwMode="auto">
          <a:xfrm>
            <a:off x="2428875" y="622301"/>
            <a:ext cx="296863" cy="600075"/>
          </a:xfrm>
          <a:custGeom>
            <a:avLst/>
            <a:gdLst>
              <a:gd name="T0" fmla="*/ 187 w 187"/>
              <a:gd name="T1" fmla="*/ 0 h 378"/>
              <a:gd name="T2" fmla="*/ 187 w 187"/>
              <a:gd name="T3" fmla="*/ 378 h 378"/>
              <a:gd name="T4" fmla="*/ 0 w 187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7" h="378">
                <a:moveTo>
                  <a:pt x="187" y="0"/>
                </a:moveTo>
                <a:lnTo>
                  <a:pt x="187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Freeform 17"/>
          <p:cNvSpPr/>
          <p:nvPr/>
        </p:nvSpPr>
        <p:spPr bwMode="auto">
          <a:xfrm>
            <a:off x="2725738" y="609601"/>
            <a:ext cx="354013" cy="612775"/>
          </a:xfrm>
          <a:custGeom>
            <a:avLst/>
            <a:gdLst>
              <a:gd name="T0" fmla="*/ 223 w 223"/>
              <a:gd name="T1" fmla="*/ 386 h 386"/>
              <a:gd name="T2" fmla="*/ 223 w 223"/>
              <a:gd name="T3" fmla="*/ 0 h 386"/>
              <a:gd name="T4" fmla="*/ 0 w 223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" h="386">
                <a:moveTo>
                  <a:pt x="223" y="386"/>
                </a:moveTo>
                <a:lnTo>
                  <a:pt x="223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18"/>
          <p:cNvSpPr/>
          <p:nvPr/>
        </p:nvSpPr>
        <p:spPr bwMode="auto">
          <a:xfrm>
            <a:off x="3076575" y="622301"/>
            <a:ext cx="373063" cy="600075"/>
          </a:xfrm>
          <a:custGeom>
            <a:avLst/>
            <a:gdLst>
              <a:gd name="T0" fmla="*/ 235 w 235"/>
              <a:gd name="T1" fmla="*/ 0 h 378"/>
              <a:gd name="T2" fmla="*/ 235 w 235"/>
              <a:gd name="T3" fmla="*/ 378 h 378"/>
              <a:gd name="T4" fmla="*/ 0 w 235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" h="378">
                <a:moveTo>
                  <a:pt x="235" y="0"/>
                </a:moveTo>
                <a:lnTo>
                  <a:pt x="235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Freeform 19"/>
          <p:cNvSpPr/>
          <p:nvPr/>
        </p:nvSpPr>
        <p:spPr bwMode="auto">
          <a:xfrm>
            <a:off x="5329238" y="1508126"/>
            <a:ext cx="2819400" cy="606425"/>
          </a:xfrm>
          <a:custGeom>
            <a:avLst/>
            <a:gdLst>
              <a:gd name="T0" fmla="*/ 1776 w 1776"/>
              <a:gd name="T1" fmla="*/ 382 h 382"/>
              <a:gd name="T2" fmla="*/ 1776 w 1776"/>
              <a:gd name="T3" fmla="*/ 0 h 382"/>
              <a:gd name="T4" fmla="*/ 0 w 1776"/>
              <a:gd name="T5" fmla="*/ 0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76" h="382">
                <a:moveTo>
                  <a:pt x="1776" y="382"/>
                </a:moveTo>
                <a:lnTo>
                  <a:pt x="1776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Line 20"/>
          <p:cNvSpPr>
            <a:spLocks noChangeShapeType="1"/>
          </p:cNvSpPr>
          <p:nvPr/>
        </p:nvSpPr>
        <p:spPr bwMode="auto">
          <a:xfrm flipH="1" flipV="1">
            <a:off x="8158163" y="2117726"/>
            <a:ext cx="1598613" cy="0"/>
          </a:xfrm>
          <a:prstGeom prst="line">
            <a:avLst/>
          </a:pr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3" name="Freeform 21"/>
          <p:cNvSpPr/>
          <p:nvPr/>
        </p:nvSpPr>
        <p:spPr bwMode="auto">
          <a:xfrm>
            <a:off x="2454275" y="1512888"/>
            <a:ext cx="2874963" cy="596900"/>
          </a:xfrm>
          <a:custGeom>
            <a:avLst/>
            <a:gdLst>
              <a:gd name="T0" fmla="*/ 1811 w 1811"/>
              <a:gd name="T1" fmla="*/ 0 h 376"/>
              <a:gd name="T2" fmla="*/ 1811 w 1811"/>
              <a:gd name="T3" fmla="*/ 376 h 376"/>
              <a:gd name="T4" fmla="*/ 0 w 1811"/>
              <a:gd name="T5" fmla="*/ 376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11" h="376">
                <a:moveTo>
                  <a:pt x="1811" y="0"/>
                </a:moveTo>
                <a:lnTo>
                  <a:pt x="1811" y="376"/>
                </a:lnTo>
                <a:lnTo>
                  <a:pt x="0" y="376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Rectangle 22"/>
          <p:cNvSpPr>
            <a:spLocks noChangeArrowheads="1"/>
          </p:cNvSpPr>
          <p:nvPr/>
        </p:nvSpPr>
        <p:spPr bwMode="auto">
          <a:xfrm>
            <a:off x="2093913" y="1716088"/>
            <a:ext cx="33337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X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Freeform 23"/>
          <p:cNvSpPr/>
          <p:nvPr/>
        </p:nvSpPr>
        <p:spPr bwMode="auto">
          <a:xfrm>
            <a:off x="7702550" y="622301"/>
            <a:ext cx="371476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6" name="Freeform 24"/>
          <p:cNvSpPr/>
          <p:nvPr/>
        </p:nvSpPr>
        <p:spPr bwMode="auto">
          <a:xfrm>
            <a:off x="8088435" y="633413"/>
            <a:ext cx="336428" cy="601663"/>
          </a:xfrm>
          <a:custGeom>
            <a:avLst/>
            <a:gdLst>
              <a:gd name="T0" fmla="*/ 233 w 233"/>
              <a:gd name="T1" fmla="*/ 0 h 379"/>
              <a:gd name="T2" fmla="*/ 233 w 233"/>
              <a:gd name="T3" fmla="*/ 379 h 379"/>
              <a:gd name="T4" fmla="*/ 0 w 233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3" h="379">
                <a:moveTo>
                  <a:pt x="233" y="0"/>
                </a:moveTo>
                <a:lnTo>
                  <a:pt x="233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Freeform 25"/>
          <p:cNvSpPr/>
          <p:nvPr/>
        </p:nvSpPr>
        <p:spPr bwMode="auto">
          <a:xfrm>
            <a:off x="8424863" y="622301"/>
            <a:ext cx="365247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" name="Freeform 26"/>
          <p:cNvSpPr/>
          <p:nvPr/>
        </p:nvSpPr>
        <p:spPr bwMode="auto">
          <a:xfrm>
            <a:off x="8791697" y="633413"/>
            <a:ext cx="357066" cy="601663"/>
          </a:xfrm>
          <a:custGeom>
            <a:avLst/>
            <a:gdLst>
              <a:gd name="T0" fmla="*/ 236 w 236"/>
              <a:gd name="T1" fmla="*/ 0 h 379"/>
              <a:gd name="T2" fmla="*/ 236 w 236"/>
              <a:gd name="T3" fmla="*/ 379 h 379"/>
              <a:gd name="T4" fmla="*/ 0 w 236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6" h="379">
                <a:moveTo>
                  <a:pt x="236" y="0"/>
                </a:moveTo>
                <a:lnTo>
                  <a:pt x="236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9" name="Freeform 27"/>
          <p:cNvSpPr/>
          <p:nvPr/>
        </p:nvSpPr>
        <p:spPr bwMode="auto">
          <a:xfrm>
            <a:off x="9174284" y="622301"/>
            <a:ext cx="307854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Line 28"/>
          <p:cNvSpPr>
            <a:spLocks noChangeShapeType="1"/>
          </p:cNvSpPr>
          <p:nvPr/>
        </p:nvSpPr>
        <p:spPr bwMode="auto">
          <a:xfrm flipH="1">
            <a:off x="9498013" y="1235076"/>
            <a:ext cx="277813" cy="0"/>
          </a:xfrm>
          <a:prstGeom prst="line">
            <a:avLst/>
          </a:pr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Freeform 29"/>
          <p:cNvSpPr/>
          <p:nvPr/>
        </p:nvSpPr>
        <p:spPr bwMode="auto">
          <a:xfrm>
            <a:off x="6672263" y="633413"/>
            <a:ext cx="287338" cy="600075"/>
          </a:xfrm>
          <a:custGeom>
            <a:avLst/>
            <a:gdLst>
              <a:gd name="T0" fmla="*/ 181 w 181"/>
              <a:gd name="T1" fmla="*/ 0 h 378"/>
              <a:gd name="T2" fmla="*/ 181 w 181"/>
              <a:gd name="T3" fmla="*/ 378 h 378"/>
              <a:gd name="T4" fmla="*/ 0 w 181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1" h="378">
                <a:moveTo>
                  <a:pt x="181" y="0"/>
                </a:moveTo>
                <a:lnTo>
                  <a:pt x="181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Freeform 30"/>
          <p:cNvSpPr/>
          <p:nvPr/>
        </p:nvSpPr>
        <p:spPr bwMode="auto">
          <a:xfrm>
            <a:off x="6959600" y="622301"/>
            <a:ext cx="352425" cy="612775"/>
          </a:xfrm>
          <a:custGeom>
            <a:avLst/>
            <a:gdLst>
              <a:gd name="T0" fmla="*/ 222 w 222"/>
              <a:gd name="T1" fmla="*/ 386 h 386"/>
              <a:gd name="T2" fmla="*/ 222 w 222"/>
              <a:gd name="T3" fmla="*/ 0 h 386"/>
              <a:gd name="T4" fmla="*/ 0 w 222"/>
              <a:gd name="T5" fmla="*/ 0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2" h="386">
                <a:moveTo>
                  <a:pt x="222" y="386"/>
                </a:moveTo>
                <a:lnTo>
                  <a:pt x="22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Freeform 31"/>
          <p:cNvSpPr/>
          <p:nvPr/>
        </p:nvSpPr>
        <p:spPr bwMode="auto">
          <a:xfrm>
            <a:off x="7310438" y="633413"/>
            <a:ext cx="373063" cy="601663"/>
          </a:xfrm>
          <a:custGeom>
            <a:avLst/>
            <a:gdLst>
              <a:gd name="T0" fmla="*/ 235 w 235"/>
              <a:gd name="T1" fmla="*/ 0 h 379"/>
              <a:gd name="T2" fmla="*/ 235 w 235"/>
              <a:gd name="T3" fmla="*/ 379 h 379"/>
              <a:gd name="T4" fmla="*/ 0 w 235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5" h="379">
                <a:moveTo>
                  <a:pt x="235" y="0"/>
                </a:moveTo>
                <a:lnTo>
                  <a:pt x="235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4" name="Freeform 32"/>
          <p:cNvSpPr>
            <a:spLocks noEditPoints="1"/>
          </p:cNvSpPr>
          <p:nvPr/>
        </p:nvSpPr>
        <p:spPr bwMode="auto">
          <a:xfrm>
            <a:off x="3067050" y="1227138"/>
            <a:ext cx="9525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3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ubicBezTo>
                  <a:pt x="13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3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3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3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3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3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3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3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3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3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3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3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3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3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3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2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2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2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2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2" y="2048"/>
                  <a:pt x="8" y="2048"/>
                </a:cubicBezTo>
                <a:cubicBezTo>
                  <a:pt x="4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4" y="1920"/>
                  <a:pt x="8" y="1920"/>
                </a:cubicBezTo>
                <a:cubicBezTo>
                  <a:pt x="12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2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2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2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2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2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2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2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2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2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2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2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2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2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2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2" y="3584"/>
                  <a:pt x="8" y="3584"/>
                </a:cubicBezTo>
                <a:cubicBezTo>
                  <a:pt x="4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4" y="3456"/>
                  <a:pt x="8" y="3456"/>
                </a:cubicBezTo>
                <a:cubicBezTo>
                  <a:pt x="12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2" y="3776"/>
                  <a:pt x="8" y="3776"/>
                </a:cubicBezTo>
                <a:cubicBezTo>
                  <a:pt x="4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4" y="3648"/>
                  <a:pt x="8" y="3648"/>
                </a:cubicBezTo>
                <a:cubicBezTo>
                  <a:pt x="12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2" y="3968"/>
                  <a:pt x="8" y="3968"/>
                </a:cubicBezTo>
                <a:cubicBezTo>
                  <a:pt x="4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4" y="3840"/>
                  <a:pt x="8" y="3840"/>
                </a:cubicBezTo>
                <a:cubicBezTo>
                  <a:pt x="12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2" y="4160"/>
                  <a:pt x="8" y="4160"/>
                </a:cubicBezTo>
                <a:cubicBezTo>
                  <a:pt x="4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4" y="4032"/>
                  <a:pt x="8" y="4032"/>
                </a:cubicBezTo>
                <a:cubicBezTo>
                  <a:pt x="12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2" y="4352"/>
                  <a:pt x="8" y="4352"/>
                </a:cubicBezTo>
                <a:cubicBezTo>
                  <a:pt x="4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4" y="4224"/>
                  <a:pt x="8" y="4224"/>
                </a:cubicBezTo>
                <a:cubicBezTo>
                  <a:pt x="12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2" y="4544"/>
                  <a:pt x="8" y="4544"/>
                </a:cubicBezTo>
                <a:cubicBezTo>
                  <a:pt x="4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4" y="4416"/>
                  <a:pt x="8" y="4416"/>
                </a:cubicBezTo>
                <a:cubicBezTo>
                  <a:pt x="12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2" y="4736"/>
                  <a:pt x="8" y="4736"/>
                </a:cubicBezTo>
                <a:cubicBezTo>
                  <a:pt x="4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4" y="4608"/>
                  <a:pt x="8" y="4608"/>
                </a:cubicBezTo>
                <a:cubicBezTo>
                  <a:pt x="12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2" y="4928"/>
                  <a:pt x="8" y="4928"/>
                </a:cubicBezTo>
                <a:cubicBezTo>
                  <a:pt x="3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3" y="4800"/>
                  <a:pt x="8" y="4800"/>
                </a:cubicBezTo>
                <a:cubicBezTo>
                  <a:pt x="12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2" y="5120"/>
                  <a:pt x="8" y="5120"/>
                </a:cubicBezTo>
                <a:cubicBezTo>
                  <a:pt x="3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3" y="4992"/>
                  <a:pt x="8" y="4992"/>
                </a:cubicBezTo>
                <a:cubicBezTo>
                  <a:pt x="12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2" y="5312"/>
                  <a:pt x="8" y="5312"/>
                </a:cubicBezTo>
                <a:cubicBezTo>
                  <a:pt x="3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3" y="5184"/>
                  <a:pt x="8" y="5184"/>
                </a:cubicBezTo>
                <a:cubicBezTo>
                  <a:pt x="12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2" y="5504"/>
                  <a:pt x="8" y="5504"/>
                </a:cubicBezTo>
                <a:cubicBezTo>
                  <a:pt x="3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3" y="5376"/>
                  <a:pt x="8" y="5376"/>
                </a:cubicBezTo>
                <a:cubicBezTo>
                  <a:pt x="12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3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3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3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3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3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3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3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3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3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3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3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3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3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3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3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3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3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3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5" name="Freeform 33"/>
          <p:cNvSpPr>
            <a:spLocks noEditPoints="1"/>
          </p:cNvSpPr>
          <p:nvPr/>
        </p:nvSpPr>
        <p:spPr bwMode="auto">
          <a:xfrm>
            <a:off x="3825997" y="1212851"/>
            <a:ext cx="9525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2" y="128"/>
                  <a:pt x="8" y="128"/>
                </a:cubicBezTo>
                <a:cubicBezTo>
                  <a:pt x="3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ubicBezTo>
                  <a:pt x="12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2" y="320"/>
                  <a:pt x="8" y="320"/>
                </a:cubicBezTo>
                <a:cubicBezTo>
                  <a:pt x="3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3" y="192"/>
                  <a:pt x="8" y="192"/>
                </a:cubicBezTo>
                <a:cubicBezTo>
                  <a:pt x="12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2" y="512"/>
                  <a:pt x="8" y="512"/>
                </a:cubicBezTo>
                <a:cubicBezTo>
                  <a:pt x="3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3" y="384"/>
                  <a:pt x="8" y="384"/>
                </a:cubicBezTo>
                <a:cubicBezTo>
                  <a:pt x="12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2" y="704"/>
                  <a:pt x="8" y="704"/>
                </a:cubicBezTo>
                <a:cubicBezTo>
                  <a:pt x="3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3" y="576"/>
                  <a:pt x="8" y="576"/>
                </a:cubicBezTo>
                <a:cubicBezTo>
                  <a:pt x="12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2" y="896"/>
                  <a:pt x="8" y="896"/>
                </a:cubicBezTo>
                <a:cubicBezTo>
                  <a:pt x="3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3" y="768"/>
                  <a:pt x="8" y="768"/>
                </a:cubicBezTo>
                <a:cubicBezTo>
                  <a:pt x="12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2" y="1088"/>
                  <a:pt x="8" y="1088"/>
                </a:cubicBezTo>
                <a:cubicBezTo>
                  <a:pt x="3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3" y="960"/>
                  <a:pt x="8" y="960"/>
                </a:cubicBezTo>
                <a:cubicBezTo>
                  <a:pt x="12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2" y="1280"/>
                  <a:pt x="8" y="1280"/>
                </a:cubicBezTo>
                <a:cubicBezTo>
                  <a:pt x="3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3" y="1152"/>
                  <a:pt x="8" y="1152"/>
                </a:cubicBezTo>
                <a:cubicBezTo>
                  <a:pt x="12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2" y="1472"/>
                  <a:pt x="8" y="1472"/>
                </a:cubicBezTo>
                <a:cubicBezTo>
                  <a:pt x="3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3" y="1344"/>
                  <a:pt x="8" y="1344"/>
                </a:cubicBezTo>
                <a:cubicBezTo>
                  <a:pt x="12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2" y="1664"/>
                  <a:pt x="8" y="1664"/>
                </a:cubicBezTo>
                <a:cubicBezTo>
                  <a:pt x="3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3" y="1536"/>
                  <a:pt x="8" y="1536"/>
                </a:cubicBezTo>
                <a:cubicBezTo>
                  <a:pt x="12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2" y="1856"/>
                  <a:pt x="8" y="1856"/>
                </a:cubicBezTo>
                <a:cubicBezTo>
                  <a:pt x="3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3" y="1728"/>
                  <a:pt x="8" y="1728"/>
                </a:cubicBezTo>
                <a:cubicBezTo>
                  <a:pt x="12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2" y="2048"/>
                  <a:pt x="8" y="2048"/>
                </a:cubicBezTo>
                <a:cubicBezTo>
                  <a:pt x="3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3" y="1920"/>
                  <a:pt x="8" y="1920"/>
                </a:cubicBezTo>
                <a:cubicBezTo>
                  <a:pt x="12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2" y="2240"/>
                  <a:pt x="8" y="2240"/>
                </a:cubicBezTo>
                <a:cubicBezTo>
                  <a:pt x="3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3" y="2112"/>
                  <a:pt x="8" y="2112"/>
                </a:cubicBezTo>
                <a:cubicBezTo>
                  <a:pt x="12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2" y="2432"/>
                  <a:pt x="8" y="2432"/>
                </a:cubicBezTo>
                <a:cubicBezTo>
                  <a:pt x="3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3" y="2304"/>
                  <a:pt x="8" y="2304"/>
                </a:cubicBezTo>
                <a:cubicBezTo>
                  <a:pt x="12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2" y="2624"/>
                  <a:pt x="8" y="2624"/>
                </a:cubicBezTo>
                <a:cubicBezTo>
                  <a:pt x="3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3" y="2496"/>
                  <a:pt x="8" y="2496"/>
                </a:cubicBezTo>
                <a:cubicBezTo>
                  <a:pt x="12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2" y="2816"/>
                  <a:pt x="8" y="2816"/>
                </a:cubicBezTo>
                <a:cubicBezTo>
                  <a:pt x="3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3" y="2688"/>
                  <a:pt x="8" y="2688"/>
                </a:cubicBezTo>
                <a:cubicBezTo>
                  <a:pt x="12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2" y="3008"/>
                  <a:pt x="8" y="3008"/>
                </a:cubicBezTo>
                <a:cubicBezTo>
                  <a:pt x="3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3" y="2880"/>
                  <a:pt x="8" y="2880"/>
                </a:cubicBezTo>
                <a:cubicBezTo>
                  <a:pt x="12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2" y="3200"/>
                  <a:pt x="8" y="3200"/>
                </a:cubicBezTo>
                <a:cubicBezTo>
                  <a:pt x="3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3" y="3072"/>
                  <a:pt x="8" y="3072"/>
                </a:cubicBezTo>
                <a:cubicBezTo>
                  <a:pt x="12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2" y="3392"/>
                  <a:pt x="8" y="3392"/>
                </a:cubicBezTo>
                <a:cubicBezTo>
                  <a:pt x="3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3" y="3264"/>
                  <a:pt x="8" y="3264"/>
                </a:cubicBezTo>
                <a:cubicBezTo>
                  <a:pt x="12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2" y="3584"/>
                  <a:pt x="8" y="3584"/>
                </a:cubicBezTo>
                <a:cubicBezTo>
                  <a:pt x="3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3" y="3456"/>
                  <a:pt x="8" y="3456"/>
                </a:cubicBezTo>
                <a:cubicBezTo>
                  <a:pt x="12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2" y="3776"/>
                  <a:pt x="8" y="3776"/>
                </a:cubicBezTo>
                <a:cubicBezTo>
                  <a:pt x="3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3" y="3648"/>
                  <a:pt x="8" y="3648"/>
                </a:cubicBezTo>
                <a:cubicBezTo>
                  <a:pt x="12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2" y="3968"/>
                  <a:pt x="8" y="3968"/>
                </a:cubicBezTo>
                <a:cubicBezTo>
                  <a:pt x="3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3" y="3840"/>
                  <a:pt x="8" y="3840"/>
                </a:cubicBezTo>
                <a:cubicBezTo>
                  <a:pt x="12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2" y="4160"/>
                  <a:pt x="8" y="4160"/>
                </a:cubicBezTo>
                <a:cubicBezTo>
                  <a:pt x="3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3" y="4032"/>
                  <a:pt x="8" y="4032"/>
                </a:cubicBezTo>
                <a:cubicBezTo>
                  <a:pt x="12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2" y="4352"/>
                  <a:pt x="8" y="4352"/>
                </a:cubicBezTo>
                <a:cubicBezTo>
                  <a:pt x="3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3" y="4224"/>
                  <a:pt x="8" y="4224"/>
                </a:cubicBezTo>
                <a:cubicBezTo>
                  <a:pt x="12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2" y="4544"/>
                  <a:pt x="8" y="4544"/>
                </a:cubicBezTo>
                <a:cubicBezTo>
                  <a:pt x="3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3" y="4416"/>
                  <a:pt x="8" y="4416"/>
                </a:cubicBezTo>
                <a:cubicBezTo>
                  <a:pt x="12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2" y="4736"/>
                  <a:pt x="8" y="4736"/>
                </a:cubicBezTo>
                <a:cubicBezTo>
                  <a:pt x="3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3" y="4608"/>
                  <a:pt x="8" y="4608"/>
                </a:cubicBezTo>
                <a:cubicBezTo>
                  <a:pt x="12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2" y="4928"/>
                  <a:pt x="8" y="4928"/>
                </a:cubicBezTo>
                <a:cubicBezTo>
                  <a:pt x="3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3" y="4800"/>
                  <a:pt x="8" y="4800"/>
                </a:cubicBezTo>
                <a:cubicBezTo>
                  <a:pt x="12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2" y="5120"/>
                  <a:pt x="8" y="5120"/>
                </a:cubicBezTo>
                <a:cubicBezTo>
                  <a:pt x="3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3" y="4992"/>
                  <a:pt x="8" y="4992"/>
                </a:cubicBezTo>
                <a:cubicBezTo>
                  <a:pt x="12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2" y="5312"/>
                  <a:pt x="8" y="5312"/>
                </a:cubicBezTo>
                <a:cubicBezTo>
                  <a:pt x="3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3" y="5184"/>
                  <a:pt x="8" y="5184"/>
                </a:cubicBezTo>
                <a:cubicBezTo>
                  <a:pt x="12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2" y="5504"/>
                  <a:pt x="8" y="5504"/>
                </a:cubicBezTo>
                <a:cubicBezTo>
                  <a:pt x="3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3" y="5376"/>
                  <a:pt x="8" y="5376"/>
                </a:cubicBezTo>
                <a:cubicBezTo>
                  <a:pt x="12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3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3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3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3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3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3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3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3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3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3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3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3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3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3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3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3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3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3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34"/>
          <p:cNvSpPr>
            <a:spLocks noEditPoints="1"/>
          </p:cNvSpPr>
          <p:nvPr/>
        </p:nvSpPr>
        <p:spPr bwMode="auto">
          <a:xfrm>
            <a:off x="4530725" y="1212851"/>
            <a:ext cx="9525" cy="4370388"/>
          </a:xfrm>
          <a:custGeom>
            <a:avLst/>
            <a:gdLst>
              <a:gd name="T0" fmla="*/ 1 w 17"/>
              <a:gd name="T1" fmla="*/ 8 h 7122"/>
              <a:gd name="T2" fmla="*/ 8 w 17"/>
              <a:gd name="T3" fmla="*/ 320 h 7122"/>
              <a:gd name="T4" fmla="*/ 16 w 17"/>
              <a:gd name="T5" fmla="*/ 392 h 7122"/>
              <a:gd name="T6" fmla="*/ 8 w 17"/>
              <a:gd name="T7" fmla="*/ 384 h 7122"/>
              <a:gd name="T8" fmla="*/ 0 w 17"/>
              <a:gd name="T9" fmla="*/ 696 h 7122"/>
              <a:gd name="T10" fmla="*/ 16 w 17"/>
              <a:gd name="T11" fmla="*/ 888 h 7122"/>
              <a:gd name="T12" fmla="*/ 16 w 17"/>
              <a:gd name="T13" fmla="*/ 776 h 7122"/>
              <a:gd name="T14" fmla="*/ 0 w 17"/>
              <a:gd name="T15" fmla="*/ 968 h 7122"/>
              <a:gd name="T16" fmla="*/ 8 w 17"/>
              <a:gd name="T17" fmla="*/ 1280 h 7122"/>
              <a:gd name="T18" fmla="*/ 16 w 17"/>
              <a:gd name="T19" fmla="*/ 1352 h 7122"/>
              <a:gd name="T20" fmla="*/ 8 w 17"/>
              <a:gd name="T21" fmla="*/ 1344 h 7122"/>
              <a:gd name="T22" fmla="*/ 0 w 17"/>
              <a:gd name="T23" fmla="*/ 1656 h 7122"/>
              <a:gd name="T24" fmla="*/ 16 w 17"/>
              <a:gd name="T25" fmla="*/ 1848 h 7122"/>
              <a:gd name="T26" fmla="*/ 16 w 17"/>
              <a:gd name="T27" fmla="*/ 1736 h 7122"/>
              <a:gd name="T28" fmla="*/ 0 w 17"/>
              <a:gd name="T29" fmla="*/ 1928 h 7122"/>
              <a:gd name="T30" fmla="*/ 8 w 17"/>
              <a:gd name="T31" fmla="*/ 2240 h 7122"/>
              <a:gd name="T32" fmla="*/ 16 w 17"/>
              <a:gd name="T33" fmla="*/ 2312 h 7122"/>
              <a:gd name="T34" fmla="*/ 8 w 17"/>
              <a:gd name="T35" fmla="*/ 2304 h 7122"/>
              <a:gd name="T36" fmla="*/ 0 w 17"/>
              <a:gd name="T37" fmla="*/ 2616 h 7122"/>
              <a:gd name="T38" fmla="*/ 16 w 17"/>
              <a:gd name="T39" fmla="*/ 2808 h 7122"/>
              <a:gd name="T40" fmla="*/ 16 w 17"/>
              <a:gd name="T41" fmla="*/ 2696 h 7122"/>
              <a:gd name="T42" fmla="*/ 0 w 17"/>
              <a:gd name="T43" fmla="*/ 2888 h 7122"/>
              <a:gd name="T44" fmla="*/ 8 w 17"/>
              <a:gd name="T45" fmla="*/ 3200 h 7122"/>
              <a:gd name="T46" fmla="*/ 16 w 17"/>
              <a:gd name="T47" fmla="*/ 3272 h 7122"/>
              <a:gd name="T48" fmla="*/ 8 w 17"/>
              <a:gd name="T49" fmla="*/ 3264 h 7122"/>
              <a:gd name="T50" fmla="*/ 0 w 17"/>
              <a:gd name="T51" fmla="*/ 3576 h 7122"/>
              <a:gd name="T52" fmla="*/ 16 w 17"/>
              <a:gd name="T53" fmla="*/ 3768 h 7122"/>
              <a:gd name="T54" fmla="*/ 16 w 17"/>
              <a:gd name="T55" fmla="*/ 3656 h 7122"/>
              <a:gd name="T56" fmla="*/ 0 w 17"/>
              <a:gd name="T57" fmla="*/ 3848 h 7122"/>
              <a:gd name="T58" fmla="*/ 8 w 17"/>
              <a:gd name="T59" fmla="*/ 4160 h 7122"/>
              <a:gd name="T60" fmla="*/ 16 w 17"/>
              <a:gd name="T61" fmla="*/ 4232 h 7122"/>
              <a:gd name="T62" fmla="*/ 8 w 17"/>
              <a:gd name="T63" fmla="*/ 4224 h 7122"/>
              <a:gd name="T64" fmla="*/ 0 w 17"/>
              <a:gd name="T65" fmla="*/ 4536 h 7122"/>
              <a:gd name="T66" fmla="*/ 16 w 17"/>
              <a:gd name="T67" fmla="*/ 4728 h 7122"/>
              <a:gd name="T68" fmla="*/ 16 w 17"/>
              <a:gd name="T69" fmla="*/ 4616 h 7122"/>
              <a:gd name="T70" fmla="*/ 0 w 17"/>
              <a:gd name="T71" fmla="*/ 4808 h 7122"/>
              <a:gd name="T72" fmla="*/ 8 w 17"/>
              <a:gd name="T73" fmla="*/ 5120 h 7122"/>
              <a:gd name="T74" fmla="*/ 16 w 17"/>
              <a:gd name="T75" fmla="*/ 5192 h 7122"/>
              <a:gd name="T76" fmla="*/ 8 w 17"/>
              <a:gd name="T77" fmla="*/ 5184 h 7122"/>
              <a:gd name="T78" fmla="*/ 0 w 17"/>
              <a:gd name="T79" fmla="*/ 5496 h 7122"/>
              <a:gd name="T80" fmla="*/ 16 w 17"/>
              <a:gd name="T81" fmla="*/ 5688 h 7122"/>
              <a:gd name="T82" fmla="*/ 16 w 17"/>
              <a:gd name="T83" fmla="*/ 5576 h 7122"/>
              <a:gd name="T84" fmla="*/ 0 w 17"/>
              <a:gd name="T85" fmla="*/ 5768 h 7122"/>
              <a:gd name="T86" fmla="*/ 8 w 17"/>
              <a:gd name="T87" fmla="*/ 6080 h 7122"/>
              <a:gd name="T88" fmla="*/ 16 w 17"/>
              <a:gd name="T89" fmla="*/ 6152 h 7122"/>
              <a:gd name="T90" fmla="*/ 8 w 17"/>
              <a:gd name="T91" fmla="*/ 6144 h 7122"/>
              <a:gd name="T92" fmla="*/ 0 w 17"/>
              <a:gd name="T93" fmla="*/ 6456 h 7122"/>
              <a:gd name="T94" fmla="*/ 16 w 17"/>
              <a:gd name="T95" fmla="*/ 6648 h 7122"/>
              <a:gd name="T96" fmla="*/ 16 w 17"/>
              <a:gd name="T97" fmla="*/ 6536 h 7122"/>
              <a:gd name="T98" fmla="*/ 0 w 17"/>
              <a:gd name="T99" fmla="*/ 6728 h 7122"/>
              <a:gd name="T100" fmla="*/ 8 w 17"/>
              <a:gd name="T101" fmla="*/ 7040 h 7122"/>
              <a:gd name="T102" fmla="*/ 16 w 17"/>
              <a:gd name="T103" fmla="*/ 7112 h 7122"/>
              <a:gd name="T104" fmla="*/ 8 w 17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" h="7122">
                <a:moveTo>
                  <a:pt x="17" y="8"/>
                </a:moveTo>
                <a:lnTo>
                  <a:pt x="16" y="120"/>
                </a:lnTo>
                <a:cubicBezTo>
                  <a:pt x="16" y="125"/>
                  <a:pt x="13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1" y="8"/>
                </a:lnTo>
                <a:cubicBezTo>
                  <a:pt x="1" y="4"/>
                  <a:pt x="4" y="0"/>
                  <a:pt x="9" y="0"/>
                </a:cubicBezTo>
                <a:cubicBezTo>
                  <a:pt x="13" y="0"/>
                  <a:pt x="17" y="4"/>
                  <a:pt x="17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3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3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3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3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3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3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3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3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3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3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3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3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3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3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3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3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3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3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3" y="2048"/>
                  <a:pt x="8" y="2048"/>
                </a:cubicBezTo>
                <a:cubicBezTo>
                  <a:pt x="4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4" y="1920"/>
                  <a:pt x="8" y="1920"/>
                </a:cubicBezTo>
                <a:cubicBezTo>
                  <a:pt x="13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3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3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3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3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3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3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3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3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3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3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3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3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3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3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3" y="3584"/>
                  <a:pt x="8" y="3584"/>
                </a:cubicBezTo>
                <a:cubicBezTo>
                  <a:pt x="4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4" y="3456"/>
                  <a:pt x="8" y="3456"/>
                </a:cubicBezTo>
                <a:cubicBezTo>
                  <a:pt x="13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3" y="3776"/>
                  <a:pt x="8" y="3776"/>
                </a:cubicBezTo>
                <a:cubicBezTo>
                  <a:pt x="4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4" y="3648"/>
                  <a:pt x="8" y="3648"/>
                </a:cubicBezTo>
                <a:cubicBezTo>
                  <a:pt x="13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3" y="3968"/>
                  <a:pt x="8" y="3968"/>
                </a:cubicBezTo>
                <a:cubicBezTo>
                  <a:pt x="4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4" y="3840"/>
                  <a:pt x="8" y="3840"/>
                </a:cubicBezTo>
                <a:cubicBezTo>
                  <a:pt x="13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3" y="4160"/>
                  <a:pt x="8" y="4160"/>
                </a:cubicBezTo>
                <a:cubicBezTo>
                  <a:pt x="4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4" y="4032"/>
                  <a:pt x="8" y="4032"/>
                </a:cubicBezTo>
                <a:cubicBezTo>
                  <a:pt x="13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3" y="4352"/>
                  <a:pt x="8" y="4352"/>
                </a:cubicBezTo>
                <a:cubicBezTo>
                  <a:pt x="4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4" y="4224"/>
                  <a:pt x="8" y="4224"/>
                </a:cubicBezTo>
                <a:cubicBezTo>
                  <a:pt x="13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3" y="4544"/>
                  <a:pt x="8" y="4544"/>
                </a:cubicBezTo>
                <a:cubicBezTo>
                  <a:pt x="4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4" y="4416"/>
                  <a:pt x="8" y="4416"/>
                </a:cubicBezTo>
                <a:cubicBezTo>
                  <a:pt x="13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3" y="4736"/>
                  <a:pt x="8" y="4736"/>
                </a:cubicBezTo>
                <a:cubicBezTo>
                  <a:pt x="4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4" y="4608"/>
                  <a:pt x="8" y="4608"/>
                </a:cubicBezTo>
                <a:cubicBezTo>
                  <a:pt x="13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3" y="4928"/>
                  <a:pt x="8" y="4928"/>
                </a:cubicBezTo>
                <a:cubicBezTo>
                  <a:pt x="4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4" y="4800"/>
                  <a:pt x="8" y="4800"/>
                </a:cubicBezTo>
                <a:cubicBezTo>
                  <a:pt x="13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3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3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3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3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3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3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3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3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3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3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3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3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3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3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3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3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3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3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3" y="6848"/>
                  <a:pt x="8" y="6848"/>
                </a:cubicBezTo>
                <a:cubicBezTo>
                  <a:pt x="4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3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3" y="7040"/>
                  <a:pt x="8" y="7040"/>
                </a:cubicBezTo>
                <a:cubicBezTo>
                  <a:pt x="4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4" y="6912"/>
                  <a:pt x="8" y="6912"/>
                </a:cubicBezTo>
                <a:cubicBezTo>
                  <a:pt x="13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3" y="7122"/>
                  <a:pt x="8" y="7122"/>
                </a:cubicBezTo>
                <a:cubicBezTo>
                  <a:pt x="4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4" y="7104"/>
                  <a:pt x="8" y="7104"/>
                </a:cubicBezTo>
                <a:cubicBezTo>
                  <a:pt x="13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5"/>
          <p:cNvSpPr>
            <a:spLocks noEditPoints="1"/>
          </p:cNvSpPr>
          <p:nvPr/>
        </p:nvSpPr>
        <p:spPr bwMode="auto">
          <a:xfrm>
            <a:off x="5241925" y="1217613"/>
            <a:ext cx="0" cy="4370388"/>
          </a:xfrm>
          <a:custGeom>
            <a:avLst/>
            <a:gdLst>
              <a:gd name="T0" fmla="*/ 1 w 17"/>
              <a:gd name="T1" fmla="*/ 8 h 7122"/>
              <a:gd name="T2" fmla="*/ 9 w 17"/>
              <a:gd name="T3" fmla="*/ 320 h 7122"/>
              <a:gd name="T4" fmla="*/ 17 w 17"/>
              <a:gd name="T5" fmla="*/ 392 h 7122"/>
              <a:gd name="T6" fmla="*/ 9 w 17"/>
              <a:gd name="T7" fmla="*/ 384 h 7122"/>
              <a:gd name="T8" fmla="*/ 1 w 17"/>
              <a:gd name="T9" fmla="*/ 696 h 7122"/>
              <a:gd name="T10" fmla="*/ 17 w 17"/>
              <a:gd name="T11" fmla="*/ 888 h 7122"/>
              <a:gd name="T12" fmla="*/ 17 w 17"/>
              <a:gd name="T13" fmla="*/ 776 h 7122"/>
              <a:gd name="T14" fmla="*/ 1 w 17"/>
              <a:gd name="T15" fmla="*/ 968 h 7122"/>
              <a:gd name="T16" fmla="*/ 9 w 17"/>
              <a:gd name="T17" fmla="*/ 1280 h 7122"/>
              <a:gd name="T18" fmla="*/ 17 w 17"/>
              <a:gd name="T19" fmla="*/ 1352 h 7122"/>
              <a:gd name="T20" fmla="*/ 9 w 17"/>
              <a:gd name="T21" fmla="*/ 1344 h 7122"/>
              <a:gd name="T22" fmla="*/ 1 w 17"/>
              <a:gd name="T23" fmla="*/ 1656 h 7122"/>
              <a:gd name="T24" fmla="*/ 17 w 17"/>
              <a:gd name="T25" fmla="*/ 1848 h 7122"/>
              <a:gd name="T26" fmla="*/ 17 w 17"/>
              <a:gd name="T27" fmla="*/ 1736 h 7122"/>
              <a:gd name="T28" fmla="*/ 1 w 17"/>
              <a:gd name="T29" fmla="*/ 1928 h 7122"/>
              <a:gd name="T30" fmla="*/ 9 w 17"/>
              <a:gd name="T31" fmla="*/ 2240 h 7122"/>
              <a:gd name="T32" fmla="*/ 17 w 17"/>
              <a:gd name="T33" fmla="*/ 2312 h 7122"/>
              <a:gd name="T34" fmla="*/ 9 w 17"/>
              <a:gd name="T35" fmla="*/ 2304 h 7122"/>
              <a:gd name="T36" fmla="*/ 1 w 17"/>
              <a:gd name="T37" fmla="*/ 2616 h 7122"/>
              <a:gd name="T38" fmla="*/ 17 w 17"/>
              <a:gd name="T39" fmla="*/ 2808 h 7122"/>
              <a:gd name="T40" fmla="*/ 17 w 17"/>
              <a:gd name="T41" fmla="*/ 2696 h 7122"/>
              <a:gd name="T42" fmla="*/ 1 w 17"/>
              <a:gd name="T43" fmla="*/ 2888 h 7122"/>
              <a:gd name="T44" fmla="*/ 9 w 17"/>
              <a:gd name="T45" fmla="*/ 3200 h 7122"/>
              <a:gd name="T46" fmla="*/ 17 w 17"/>
              <a:gd name="T47" fmla="*/ 3272 h 7122"/>
              <a:gd name="T48" fmla="*/ 9 w 17"/>
              <a:gd name="T49" fmla="*/ 3264 h 7122"/>
              <a:gd name="T50" fmla="*/ 1 w 17"/>
              <a:gd name="T51" fmla="*/ 3576 h 7122"/>
              <a:gd name="T52" fmla="*/ 17 w 17"/>
              <a:gd name="T53" fmla="*/ 3768 h 7122"/>
              <a:gd name="T54" fmla="*/ 17 w 17"/>
              <a:gd name="T55" fmla="*/ 3656 h 7122"/>
              <a:gd name="T56" fmla="*/ 1 w 17"/>
              <a:gd name="T57" fmla="*/ 3848 h 7122"/>
              <a:gd name="T58" fmla="*/ 9 w 17"/>
              <a:gd name="T59" fmla="*/ 4160 h 7122"/>
              <a:gd name="T60" fmla="*/ 17 w 17"/>
              <a:gd name="T61" fmla="*/ 4232 h 7122"/>
              <a:gd name="T62" fmla="*/ 9 w 17"/>
              <a:gd name="T63" fmla="*/ 4224 h 7122"/>
              <a:gd name="T64" fmla="*/ 1 w 17"/>
              <a:gd name="T65" fmla="*/ 4536 h 7122"/>
              <a:gd name="T66" fmla="*/ 17 w 17"/>
              <a:gd name="T67" fmla="*/ 4728 h 7122"/>
              <a:gd name="T68" fmla="*/ 17 w 17"/>
              <a:gd name="T69" fmla="*/ 4616 h 7122"/>
              <a:gd name="T70" fmla="*/ 1 w 17"/>
              <a:gd name="T71" fmla="*/ 4808 h 7122"/>
              <a:gd name="T72" fmla="*/ 8 w 17"/>
              <a:gd name="T73" fmla="*/ 5120 h 7122"/>
              <a:gd name="T74" fmla="*/ 16 w 17"/>
              <a:gd name="T75" fmla="*/ 5192 h 7122"/>
              <a:gd name="T76" fmla="*/ 8 w 17"/>
              <a:gd name="T77" fmla="*/ 5184 h 7122"/>
              <a:gd name="T78" fmla="*/ 0 w 17"/>
              <a:gd name="T79" fmla="*/ 5496 h 7122"/>
              <a:gd name="T80" fmla="*/ 16 w 17"/>
              <a:gd name="T81" fmla="*/ 5688 h 7122"/>
              <a:gd name="T82" fmla="*/ 16 w 17"/>
              <a:gd name="T83" fmla="*/ 5576 h 7122"/>
              <a:gd name="T84" fmla="*/ 0 w 17"/>
              <a:gd name="T85" fmla="*/ 5768 h 7122"/>
              <a:gd name="T86" fmla="*/ 8 w 17"/>
              <a:gd name="T87" fmla="*/ 6080 h 7122"/>
              <a:gd name="T88" fmla="*/ 16 w 17"/>
              <a:gd name="T89" fmla="*/ 6152 h 7122"/>
              <a:gd name="T90" fmla="*/ 8 w 17"/>
              <a:gd name="T91" fmla="*/ 6144 h 7122"/>
              <a:gd name="T92" fmla="*/ 0 w 17"/>
              <a:gd name="T93" fmla="*/ 6456 h 7122"/>
              <a:gd name="T94" fmla="*/ 16 w 17"/>
              <a:gd name="T95" fmla="*/ 6648 h 7122"/>
              <a:gd name="T96" fmla="*/ 16 w 17"/>
              <a:gd name="T97" fmla="*/ 6536 h 7122"/>
              <a:gd name="T98" fmla="*/ 0 w 17"/>
              <a:gd name="T99" fmla="*/ 6728 h 7122"/>
              <a:gd name="T100" fmla="*/ 8 w 17"/>
              <a:gd name="T101" fmla="*/ 7040 h 7122"/>
              <a:gd name="T102" fmla="*/ 16 w 17"/>
              <a:gd name="T103" fmla="*/ 7112 h 7122"/>
              <a:gd name="T104" fmla="*/ 8 w 17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" h="7122">
                <a:moveTo>
                  <a:pt x="17" y="8"/>
                </a:moveTo>
                <a:lnTo>
                  <a:pt x="17" y="120"/>
                </a:lnTo>
                <a:cubicBezTo>
                  <a:pt x="17" y="125"/>
                  <a:pt x="13" y="128"/>
                  <a:pt x="9" y="128"/>
                </a:cubicBezTo>
                <a:cubicBezTo>
                  <a:pt x="4" y="128"/>
                  <a:pt x="1" y="125"/>
                  <a:pt x="1" y="120"/>
                </a:cubicBezTo>
                <a:lnTo>
                  <a:pt x="1" y="8"/>
                </a:lnTo>
                <a:cubicBezTo>
                  <a:pt x="1" y="4"/>
                  <a:pt x="4" y="0"/>
                  <a:pt x="9" y="0"/>
                </a:cubicBezTo>
                <a:cubicBezTo>
                  <a:pt x="13" y="0"/>
                  <a:pt x="17" y="4"/>
                  <a:pt x="17" y="8"/>
                </a:cubicBezTo>
                <a:close/>
                <a:moveTo>
                  <a:pt x="17" y="200"/>
                </a:moveTo>
                <a:lnTo>
                  <a:pt x="17" y="312"/>
                </a:lnTo>
                <a:cubicBezTo>
                  <a:pt x="17" y="317"/>
                  <a:pt x="13" y="320"/>
                  <a:pt x="9" y="320"/>
                </a:cubicBezTo>
                <a:cubicBezTo>
                  <a:pt x="4" y="320"/>
                  <a:pt x="1" y="317"/>
                  <a:pt x="1" y="312"/>
                </a:cubicBezTo>
                <a:lnTo>
                  <a:pt x="1" y="200"/>
                </a:lnTo>
                <a:cubicBezTo>
                  <a:pt x="1" y="196"/>
                  <a:pt x="4" y="192"/>
                  <a:pt x="9" y="192"/>
                </a:cubicBezTo>
                <a:cubicBezTo>
                  <a:pt x="13" y="192"/>
                  <a:pt x="17" y="196"/>
                  <a:pt x="17" y="200"/>
                </a:cubicBezTo>
                <a:close/>
                <a:moveTo>
                  <a:pt x="17" y="392"/>
                </a:moveTo>
                <a:lnTo>
                  <a:pt x="17" y="504"/>
                </a:lnTo>
                <a:cubicBezTo>
                  <a:pt x="17" y="509"/>
                  <a:pt x="13" y="512"/>
                  <a:pt x="9" y="512"/>
                </a:cubicBezTo>
                <a:cubicBezTo>
                  <a:pt x="4" y="512"/>
                  <a:pt x="1" y="509"/>
                  <a:pt x="1" y="504"/>
                </a:cubicBezTo>
                <a:lnTo>
                  <a:pt x="1" y="392"/>
                </a:lnTo>
                <a:cubicBezTo>
                  <a:pt x="1" y="388"/>
                  <a:pt x="4" y="384"/>
                  <a:pt x="9" y="384"/>
                </a:cubicBezTo>
                <a:cubicBezTo>
                  <a:pt x="13" y="384"/>
                  <a:pt x="17" y="388"/>
                  <a:pt x="17" y="392"/>
                </a:cubicBezTo>
                <a:close/>
                <a:moveTo>
                  <a:pt x="17" y="584"/>
                </a:moveTo>
                <a:lnTo>
                  <a:pt x="17" y="696"/>
                </a:lnTo>
                <a:cubicBezTo>
                  <a:pt x="17" y="701"/>
                  <a:pt x="13" y="704"/>
                  <a:pt x="9" y="704"/>
                </a:cubicBezTo>
                <a:cubicBezTo>
                  <a:pt x="4" y="704"/>
                  <a:pt x="1" y="701"/>
                  <a:pt x="1" y="696"/>
                </a:cubicBezTo>
                <a:lnTo>
                  <a:pt x="1" y="584"/>
                </a:lnTo>
                <a:cubicBezTo>
                  <a:pt x="1" y="580"/>
                  <a:pt x="4" y="576"/>
                  <a:pt x="9" y="576"/>
                </a:cubicBezTo>
                <a:cubicBezTo>
                  <a:pt x="13" y="576"/>
                  <a:pt x="17" y="580"/>
                  <a:pt x="17" y="584"/>
                </a:cubicBezTo>
                <a:close/>
                <a:moveTo>
                  <a:pt x="17" y="776"/>
                </a:moveTo>
                <a:lnTo>
                  <a:pt x="17" y="888"/>
                </a:lnTo>
                <a:cubicBezTo>
                  <a:pt x="17" y="893"/>
                  <a:pt x="13" y="896"/>
                  <a:pt x="9" y="896"/>
                </a:cubicBezTo>
                <a:cubicBezTo>
                  <a:pt x="4" y="896"/>
                  <a:pt x="1" y="893"/>
                  <a:pt x="1" y="888"/>
                </a:cubicBezTo>
                <a:lnTo>
                  <a:pt x="1" y="776"/>
                </a:lnTo>
                <a:cubicBezTo>
                  <a:pt x="1" y="772"/>
                  <a:pt x="4" y="768"/>
                  <a:pt x="9" y="768"/>
                </a:cubicBezTo>
                <a:cubicBezTo>
                  <a:pt x="13" y="768"/>
                  <a:pt x="17" y="772"/>
                  <a:pt x="17" y="776"/>
                </a:cubicBezTo>
                <a:close/>
                <a:moveTo>
                  <a:pt x="17" y="968"/>
                </a:moveTo>
                <a:lnTo>
                  <a:pt x="17" y="1080"/>
                </a:lnTo>
                <a:cubicBezTo>
                  <a:pt x="17" y="1085"/>
                  <a:pt x="13" y="1088"/>
                  <a:pt x="9" y="1088"/>
                </a:cubicBezTo>
                <a:cubicBezTo>
                  <a:pt x="4" y="1088"/>
                  <a:pt x="1" y="1085"/>
                  <a:pt x="1" y="1080"/>
                </a:cubicBezTo>
                <a:lnTo>
                  <a:pt x="1" y="968"/>
                </a:lnTo>
                <a:cubicBezTo>
                  <a:pt x="1" y="964"/>
                  <a:pt x="4" y="960"/>
                  <a:pt x="9" y="960"/>
                </a:cubicBezTo>
                <a:cubicBezTo>
                  <a:pt x="13" y="960"/>
                  <a:pt x="17" y="964"/>
                  <a:pt x="17" y="968"/>
                </a:cubicBezTo>
                <a:close/>
                <a:moveTo>
                  <a:pt x="17" y="1160"/>
                </a:moveTo>
                <a:lnTo>
                  <a:pt x="17" y="1272"/>
                </a:lnTo>
                <a:cubicBezTo>
                  <a:pt x="17" y="1277"/>
                  <a:pt x="13" y="1280"/>
                  <a:pt x="9" y="1280"/>
                </a:cubicBezTo>
                <a:cubicBezTo>
                  <a:pt x="4" y="1280"/>
                  <a:pt x="1" y="1277"/>
                  <a:pt x="1" y="1272"/>
                </a:cubicBezTo>
                <a:lnTo>
                  <a:pt x="1" y="1160"/>
                </a:lnTo>
                <a:cubicBezTo>
                  <a:pt x="1" y="1156"/>
                  <a:pt x="4" y="1152"/>
                  <a:pt x="9" y="1152"/>
                </a:cubicBezTo>
                <a:cubicBezTo>
                  <a:pt x="13" y="1152"/>
                  <a:pt x="17" y="1156"/>
                  <a:pt x="17" y="1160"/>
                </a:cubicBezTo>
                <a:close/>
                <a:moveTo>
                  <a:pt x="17" y="1352"/>
                </a:moveTo>
                <a:lnTo>
                  <a:pt x="17" y="1464"/>
                </a:lnTo>
                <a:cubicBezTo>
                  <a:pt x="17" y="1469"/>
                  <a:pt x="13" y="1472"/>
                  <a:pt x="9" y="1472"/>
                </a:cubicBezTo>
                <a:cubicBezTo>
                  <a:pt x="4" y="1472"/>
                  <a:pt x="1" y="1469"/>
                  <a:pt x="1" y="1464"/>
                </a:cubicBezTo>
                <a:lnTo>
                  <a:pt x="1" y="1352"/>
                </a:lnTo>
                <a:cubicBezTo>
                  <a:pt x="1" y="1348"/>
                  <a:pt x="4" y="1344"/>
                  <a:pt x="9" y="1344"/>
                </a:cubicBezTo>
                <a:cubicBezTo>
                  <a:pt x="13" y="1344"/>
                  <a:pt x="17" y="1348"/>
                  <a:pt x="17" y="1352"/>
                </a:cubicBezTo>
                <a:close/>
                <a:moveTo>
                  <a:pt x="17" y="1544"/>
                </a:moveTo>
                <a:lnTo>
                  <a:pt x="17" y="1656"/>
                </a:lnTo>
                <a:cubicBezTo>
                  <a:pt x="17" y="1661"/>
                  <a:pt x="13" y="1664"/>
                  <a:pt x="9" y="1664"/>
                </a:cubicBezTo>
                <a:cubicBezTo>
                  <a:pt x="4" y="1664"/>
                  <a:pt x="1" y="1661"/>
                  <a:pt x="1" y="1656"/>
                </a:cubicBezTo>
                <a:lnTo>
                  <a:pt x="1" y="1544"/>
                </a:lnTo>
                <a:cubicBezTo>
                  <a:pt x="1" y="1540"/>
                  <a:pt x="4" y="1536"/>
                  <a:pt x="9" y="1536"/>
                </a:cubicBezTo>
                <a:cubicBezTo>
                  <a:pt x="13" y="1536"/>
                  <a:pt x="17" y="1540"/>
                  <a:pt x="17" y="1544"/>
                </a:cubicBezTo>
                <a:close/>
                <a:moveTo>
                  <a:pt x="17" y="1736"/>
                </a:moveTo>
                <a:lnTo>
                  <a:pt x="17" y="1848"/>
                </a:lnTo>
                <a:cubicBezTo>
                  <a:pt x="17" y="1853"/>
                  <a:pt x="13" y="1856"/>
                  <a:pt x="9" y="1856"/>
                </a:cubicBezTo>
                <a:cubicBezTo>
                  <a:pt x="4" y="1856"/>
                  <a:pt x="1" y="1853"/>
                  <a:pt x="1" y="1848"/>
                </a:cubicBezTo>
                <a:lnTo>
                  <a:pt x="1" y="1736"/>
                </a:lnTo>
                <a:cubicBezTo>
                  <a:pt x="1" y="1732"/>
                  <a:pt x="4" y="1728"/>
                  <a:pt x="9" y="1728"/>
                </a:cubicBezTo>
                <a:cubicBezTo>
                  <a:pt x="13" y="1728"/>
                  <a:pt x="17" y="1732"/>
                  <a:pt x="17" y="1736"/>
                </a:cubicBezTo>
                <a:close/>
                <a:moveTo>
                  <a:pt x="17" y="1928"/>
                </a:moveTo>
                <a:lnTo>
                  <a:pt x="17" y="2040"/>
                </a:lnTo>
                <a:cubicBezTo>
                  <a:pt x="17" y="2045"/>
                  <a:pt x="13" y="2048"/>
                  <a:pt x="9" y="2048"/>
                </a:cubicBezTo>
                <a:cubicBezTo>
                  <a:pt x="4" y="2048"/>
                  <a:pt x="1" y="2045"/>
                  <a:pt x="1" y="2040"/>
                </a:cubicBezTo>
                <a:lnTo>
                  <a:pt x="1" y="1928"/>
                </a:lnTo>
                <a:cubicBezTo>
                  <a:pt x="1" y="1924"/>
                  <a:pt x="4" y="1920"/>
                  <a:pt x="9" y="1920"/>
                </a:cubicBezTo>
                <a:cubicBezTo>
                  <a:pt x="13" y="1920"/>
                  <a:pt x="17" y="1924"/>
                  <a:pt x="17" y="1928"/>
                </a:cubicBezTo>
                <a:close/>
                <a:moveTo>
                  <a:pt x="17" y="2120"/>
                </a:moveTo>
                <a:lnTo>
                  <a:pt x="17" y="2232"/>
                </a:lnTo>
                <a:cubicBezTo>
                  <a:pt x="17" y="2237"/>
                  <a:pt x="13" y="2240"/>
                  <a:pt x="9" y="2240"/>
                </a:cubicBezTo>
                <a:cubicBezTo>
                  <a:pt x="4" y="2240"/>
                  <a:pt x="1" y="2237"/>
                  <a:pt x="1" y="2232"/>
                </a:cubicBezTo>
                <a:lnTo>
                  <a:pt x="1" y="2120"/>
                </a:lnTo>
                <a:cubicBezTo>
                  <a:pt x="1" y="2116"/>
                  <a:pt x="4" y="2112"/>
                  <a:pt x="9" y="2112"/>
                </a:cubicBezTo>
                <a:cubicBezTo>
                  <a:pt x="13" y="2112"/>
                  <a:pt x="17" y="2116"/>
                  <a:pt x="17" y="2120"/>
                </a:cubicBezTo>
                <a:close/>
                <a:moveTo>
                  <a:pt x="17" y="2312"/>
                </a:moveTo>
                <a:lnTo>
                  <a:pt x="17" y="2424"/>
                </a:lnTo>
                <a:cubicBezTo>
                  <a:pt x="17" y="2429"/>
                  <a:pt x="13" y="2432"/>
                  <a:pt x="9" y="2432"/>
                </a:cubicBezTo>
                <a:cubicBezTo>
                  <a:pt x="4" y="2432"/>
                  <a:pt x="1" y="2429"/>
                  <a:pt x="1" y="2424"/>
                </a:cubicBezTo>
                <a:lnTo>
                  <a:pt x="1" y="2312"/>
                </a:lnTo>
                <a:cubicBezTo>
                  <a:pt x="1" y="2308"/>
                  <a:pt x="4" y="2304"/>
                  <a:pt x="9" y="2304"/>
                </a:cubicBezTo>
                <a:cubicBezTo>
                  <a:pt x="13" y="2304"/>
                  <a:pt x="17" y="2308"/>
                  <a:pt x="17" y="2312"/>
                </a:cubicBezTo>
                <a:close/>
                <a:moveTo>
                  <a:pt x="17" y="2504"/>
                </a:moveTo>
                <a:lnTo>
                  <a:pt x="17" y="2616"/>
                </a:lnTo>
                <a:cubicBezTo>
                  <a:pt x="17" y="2621"/>
                  <a:pt x="13" y="2624"/>
                  <a:pt x="9" y="2624"/>
                </a:cubicBezTo>
                <a:cubicBezTo>
                  <a:pt x="4" y="2624"/>
                  <a:pt x="1" y="2621"/>
                  <a:pt x="1" y="2616"/>
                </a:cubicBezTo>
                <a:lnTo>
                  <a:pt x="1" y="2504"/>
                </a:lnTo>
                <a:cubicBezTo>
                  <a:pt x="1" y="2500"/>
                  <a:pt x="4" y="2496"/>
                  <a:pt x="9" y="2496"/>
                </a:cubicBezTo>
                <a:cubicBezTo>
                  <a:pt x="13" y="2496"/>
                  <a:pt x="17" y="2500"/>
                  <a:pt x="17" y="2504"/>
                </a:cubicBezTo>
                <a:close/>
                <a:moveTo>
                  <a:pt x="17" y="2696"/>
                </a:moveTo>
                <a:lnTo>
                  <a:pt x="17" y="2808"/>
                </a:lnTo>
                <a:cubicBezTo>
                  <a:pt x="17" y="2813"/>
                  <a:pt x="13" y="2816"/>
                  <a:pt x="9" y="2816"/>
                </a:cubicBezTo>
                <a:cubicBezTo>
                  <a:pt x="4" y="2816"/>
                  <a:pt x="1" y="2813"/>
                  <a:pt x="1" y="2808"/>
                </a:cubicBezTo>
                <a:lnTo>
                  <a:pt x="1" y="2696"/>
                </a:lnTo>
                <a:cubicBezTo>
                  <a:pt x="1" y="2692"/>
                  <a:pt x="4" y="2688"/>
                  <a:pt x="9" y="2688"/>
                </a:cubicBezTo>
                <a:cubicBezTo>
                  <a:pt x="13" y="2688"/>
                  <a:pt x="17" y="2692"/>
                  <a:pt x="17" y="2696"/>
                </a:cubicBezTo>
                <a:close/>
                <a:moveTo>
                  <a:pt x="17" y="2888"/>
                </a:moveTo>
                <a:lnTo>
                  <a:pt x="17" y="3000"/>
                </a:lnTo>
                <a:cubicBezTo>
                  <a:pt x="17" y="3005"/>
                  <a:pt x="13" y="3008"/>
                  <a:pt x="9" y="3008"/>
                </a:cubicBezTo>
                <a:cubicBezTo>
                  <a:pt x="4" y="3008"/>
                  <a:pt x="1" y="3005"/>
                  <a:pt x="1" y="3000"/>
                </a:cubicBezTo>
                <a:lnTo>
                  <a:pt x="1" y="2888"/>
                </a:lnTo>
                <a:cubicBezTo>
                  <a:pt x="1" y="2884"/>
                  <a:pt x="4" y="2880"/>
                  <a:pt x="9" y="2880"/>
                </a:cubicBezTo>
                <a:cubicBezTo>
                  <a:pt x="13" y="2880"/>
                  <a:pt x="17" y="2884"/>
                  <a:pt x="17" y="2888"/>
                </a:cubicBezTo>
                <a:close/>
                <a:moveTo>
                  <a:pt x="17" y="3080"/>
                </a:moveTo>
                <a:lnTo>
                  <a:pt x="17" y="3192"/>
                </a:lnTo>
                <a:cubicBezTo>
                  <a:pt x="17" y="3197"/>
                  <a:pt x="13" y="3200"/>
                  <a:pt x="9" y="3200"/>
                </a:cubicBezTo>
                <a:cubicBezTo>
                  <a:pt x="4" y="3200"/>
                  <a:pt x="1" y="3197"/>
                  <a:pt x="1" y="3192"/>
                </a:cubicBezTo>
                <a:lnTo>
                  <a:pt x="1" y="3080"/>
                </a:lnTo>
                <a:cubicBezTo>
                  <a:pt x="1" y="3076"/>
                  <a:pt x="4" y="3072"/>
                  <a:pt x="9" y="3072"/>
                </a:cubicBezTo>
                <a:cubicBezTo>
                  <a:pt x="13" y="3072"/>
                  <a:pt x="17" y="3076"/>
                  <a:pt x="17" y="3080"/>
                </a:cubicBezTo>
                <a:close/>
                <a:moveTo>
                  <a:pt x="17" y="3272"/>
                </a:moveTo>
                <a:lnTo>
                  <a:pt x="17" y="3384"/>
                </a:lnTo>
                <a:cubicBezTo>
                  <a:pt x="17" y="3389"/>
                  <a:pt x="13" y="3392"/>
                  <a:pt x="9" y="3392"/>
                </a:cubicBezTo>
                <a:cubicBezTo>
                  <a:pt x="4" y="3392"/>
                  <a:pt x="1" y="3389"/>
                  <a:pt x="1" y="3384"/>
                </a:cubicBezTo>
                <a:lnTo>
                  <a:pt x="1" y="3272"/>
                </a:lnTo>
                <a:cubicBezTo>
                  <a:pt x="1" y="3268"/>
                  <a:pt x="4" y="3264"/>
                  <a:pt x="9" y="3264"/>
                </a:cubicBezTo>
                <a:cubicBezTo>
                  <a:pt x="13" y="3264"/>
                  <a:pt x="17" y="3268"/>
                  <a:pt x="17" y="3272"/>
                </a:cubicBezTo>
                <a:close/>
                <a:moveTo>
                  <a:pt x="17" y="3464"/>
                </a:moveTo>
                <a:lnTo>
                  <a:pt x="17" y="3576"/>
                </a:lnTo>
                <a:cubicBezTo>
                  <a:pt x="17" y="3581"/>
                  <a:pt x="13" y="3584"/>
                  <a:pt x="9" y="3584"/>
                </a:cubicBezTo>
                <a:cubicBezTo>
                  <a:pt x="4" y="3584"/>
                  <a:pt x="1" y="3581"/>
                  <a:pt x="1" y="3576"/>
                </a:cubicBezTo>
                <a:lnTo>
                  <a:pt x="1" y="3464"/>
                </a:lnTo>
                <a:cubicBezTo>
                  <a:pt x="1" y="3460"/>
                  <a:pt x="4" y="3456"/>
                  <a:pt x="9" y="3456"/>
                </a:cubicBezTo>
                <a:cubicBezTo>
                  <a:pt x="13" y="3456"/>
                  <a:pt x="17" y="3460"/>
                  <a:pt x="17" y="3464"/>
                </a:cubicBezTo>
                <a:close/>
                <a:moveTo>
                  <a:pt x="17" y="3656"/>
                </a:moveTo>
                <a:lnTo>
                  <a:pt x="17" y="3768"/>
                </a:lnTo>
                <a:cubicBezTo>
                  <a:pt x="17" y="3773"/>
                  <a:pt x="13" y="3776"/>
                  <a:pt x="9" y="3776"/>
                </a:cubicBezTo>
                <a:cubicBezTo>
                  <a:pt x="4" y="3776"/>
                  <a:pt x="1" y="3773"/>
                  <a:pt x="1" y="3768"/>
                </a:cubicBezTo>
                <a:lnTo>
                  <a:pt x="1" y="3656"/>
                </a:lnTo>
                <a:cubicBezTo>
                  <a:pt x="1" y="3652"/>
                  <a:pt x="4" y="3648"/>
                  <a:pt x="9" y="3648"/>
                </a:cubicBezTo>
                <a:cubicBezTo>
                  <a:pt x="13" y="3648"/>
                  <a:pt x="17" y="3652"/>
                  <a:pt x="17" y="3656"/>
                </a:cubicBezTo>
                <a:close/>
                <a:moveTo>
                  <a:pt x="17" y="3848"/>
                </a:moveTo>
                <a:lnTo>
                  <a:pt x="17" y="3960"/>
                </a:lnTo>
                <a:cubicBezTo>
                  <a:pt x="17" y="3965"/>
                  <a:pt x="13" y="3968"/>
                  <a:pt x="9" y="3968"/>
                </a:cubicBezTo>
                <a:cubicBezTo>
                  <a:pt x="4" y="3968"/>
                  <a:pt x="1" y="3965"/>
                  <a:pt x="1" y="3960"/>
                </a:cubicBezTo>
                <a:lnTo>
                  <a:pt x="1" y="3848"/>
                </a:lnTo>
                <a:cubicBezTo>
                  <a:pt x="1" y="3844"/>
                  <a:pt x="4" y="3840"/>
                  <a:pt x="9" y="3840"/>
                </a:cubicBezTo>
                <a:cubicBezTo>
                  <a:pt x="13" y="3840"/>
                  <a:pt x="17" y="3844"/>
                  <a:pt x="17" y="3848"/>
                </a:cubicBezTo>
                <a:close/>
                <a:moveTo>
                  <a:pt x="17" y="4040"/>
                </a:moveTo>
                <a:lnTo>
                  <a:pt x="17" y="4152"/>
                </a:lnTo>
                <a:cubicBezTo>
                  <a:pt x="17" y="4157"/>
                  <a:pt x="13" y="4160"/>
                  <a:pt x="9" y="4160"/>
                </a:cubicBezTo>
                <a:cubicBezTo>
                  <a:pt x="4" y="4160"/>
                  <a:pt x="1" y="4157"/>
                  <a:pt x="1" y="4152"/>
                </a:cubicBezTo>
                <a:lnTo>
                  <a:pt x="1" y="4040"/>
                </a:lnTo>
                <a:cubicBezTo>
                  <a:pt x="1" y="4036"/>
                  <a:pt x="4" y="4032"/>
                  <a:pt x="9" y="4032"/>
                </a:cubicBezTo>
                <a:cubicBezTo>
                  <a:pt x="13" y="4032"/>
                  <a:pt x="17" y="4036"/>
                  <a:pt x="17" y="4040"/>
                </a:cubicBezTo>
                <a:close/>
                <a:moveTo>
                  <a:pt x="17" y="4232"/>
                </a:moveTo>
                <a:lnTo>
                  <a:pt x="17" y="4344"/>
                </a:lnTo>
                <a:cubicBezTo>
                  <a:pt x="17" y="4349"/>
                  <a:pt x="13" y="4352"/>
                  <a:pt x="9" y="4352"/>
                </a:cubicBezTo>
                <a:cubicBezTo>
                  <a:pt x="4" y="4352"/>
                  <a:pt x="1" y="4349"/>
                  <a:pt x="1" y="4344"/>
                </a:cubicBezTo>
                <a:lnTo>
                  <a:pt x="1" y="4232"/>
                </a:lnTo>
                <a:cubicBezTo>
                  <a:pt x="1" y="4228"/>
                  <a:pt x="4" y="4224"/>
                  <a:pt x="9" y="4224"/>
                </a:cubicBezTo>
                <a:cubicBezTo>
                  <a:pt x="13" y="4224"/>
                  <a:pt x="17" y="4228"/>
                  <a:pt x="17" y="4232"/>
                </a:cubicBezTo>
                <a:close/>
                <a:moveTo>
                  <a:pt x="17" y="4424"/>
                </a:moveTo>
                <a:lnTo>
                  <a:pt x="17" y="4536"/>
                </a:lnTo>
                <a:cubicBezTo>
                  <a:pt x="17" y="4541"/>
                  <a:pt x="13" y="4544"/>
                  <a:pt x="9" y="4544"/>
                </a:cubicBezTo>
                <a:cubicBezTo>
                  <a:pt x="4" y="4544"/>
                  <a:pt x="1" y="4541"/>
                  <a:pt x="1" y="4536"/>
                </a:cubicBezTo>
                <a:lnTo>
                  <a:pt x="1" y="4424"/>
                </a:lnTo>
                <a:cubicBezTo>
                  <a:pt x="1" y="4420"/>
                  <a:pt x="4" y="4416"/>
                  <a:pt x="9" y="4416"/>
                </a:cubicBezTo>
                <a:cubicBezTo>
                  <a:pt x="13" y="4416"/>
                  <a:pt x="17" y="4420"/>
                  <a:pt x="17" y="4424"/>
                </a:cubicBezTo>
                <a:close/>
                <a:moveTo>
                  <a:pt x="17" y="4616"/>
                </a:moveTo>
                <a:lnTo>
                  <a:pt x="17" y="4728"/>
                </a:lnTo>
                <a:cubicBezTo>
                  <a:pt x="17" y="4733"/>
                  <a:pt x="13" y="4736"/>
                  <a:pt x="9" y="4736"/>
                </a:cubicBezTo>
                <a:cubicBezTo>
                  <a:pt x="4" y="4736"/>
                  <a:pt x="1" y="4733"/>
                  <a:pt x="1" y="4728"/>
                </a:cubicBezTo>
                <a:lnTo>
                  <a:pt x="1" y="4616"/>
                </a:lnTo>
                <a:cubicBezTo>
                  <a:pt x="1" y="4612"/>
                  <a:pt x="4" y="4608"/>
                  <a:pt x="9" y="4608"/>
                </a:cubicBezTo>
                <a:cubicBezTo>
                  <a:pt x="13" y="4608"/>
                  <a:pt x="17" y="4612"/>
                  <a:pt x="17" y="4616"/>
                </a:cubicBezTo>
                <a:close/>
                <a:moveTo>
                  <a:pt x="17" y="4808"/>
                </a:moveTo>
                <a:lnTo>
                  <a:pt x="17" y="4920"/>
                </a:lnTo>
                <a:cubicBezTo>
                  <a:pt x="17" y="4925"/>
                  <a:pt x="13" y="4928"/>
                  <a:pt x="9" y="4928"/>
                </a:cubicBezTo>
                <a:cubicBezTo>
                  <a:pt x="4" y="4928"/>
                  <a:pt x="1" y="4925"/>
                  <a:pt x="1" y="4920"/>
                </a:cubicBezTo>
                <a:lnTo>
                  <a:pt x="1" y="4808"/>
                </a:lnTo>
                <a:cubicBezTo>
                  <a:pt x="1" y="4804"/>
                  <a:pt x="4" y="4800"/>
                  <a:pt x="9" y="4800"/>
                </a:cubicBezTo>
                <a:cubicBezTo>
                  <a:pt x="13" y="4800"/>
                  <a:pt x="17" y="4804"/>
                  <a:pt x="17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3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3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3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3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3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3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3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3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3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3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3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3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3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3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3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3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3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3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3" y="6848"/>
                  <a:pt x="8" y="6848"/>
                </a:cubicBezTo>
                <a:cubicBezTo>
                  <a:pt x="4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3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3" y="7040"/>
                  <a:pt x="8" y="7040"/>
                </a:cubicBezTo>
                <a:cubicBezTo>
                  <a:pt x="4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4" y="6912"/>
                  <a:pt x="8" y="6912"/>
                </a:cubicBezTo>
                <a:cubicBezTo>
                  <a:pt x="13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3" y="7122"/>
                  <a:pt x="8" y="7122"/>
                </a:cubicBezTo>
                <a:cubicBezTo>
                  <a:pt x="4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4" y="7104"/>
                  <a:pt x="8" y="7104"/>
                </a:cubicBezTo>
                <a:cubicBezTo>
                  <a:pt x="13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36"/>
          <p:cNvSpPr>
            <a:spLocks noEditPoints="1"/>
          </p:cNvSpPr>
          <p:nvPr/>
        </p:nvSpPr>
        <p:spPr bwMode="auto">
          <a:xfrm>
            <a:off x="5945188" y="1231901"/>
            <a:ext cx="9525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3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ubicBezTo>
                  <a:pt x="13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2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2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2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2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2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2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2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2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2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2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2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2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2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2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2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2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2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2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2" y="2048"/>
                  <a:pt x="8" y="2048"/>
                </a:cubicBezTo>
                <a:cubicBezTo>
                  <a:pt x="4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4" y="1920"/>
                  <a:pt x="8" y="1920"/>
                </a:cubicBezTo>
                <a:cubicBezTo>
                  <a:pt x="12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2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2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2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2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2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2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2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2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2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2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2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2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2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2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2" y="3584"/>
                  <a:pt x="8" y="3584"/>
                </a:cubicBezTo>
                <a:cubicBezTo>
                  <a:pt x="3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3" y="3456"/>
                  <a:pt x="8" y="3456"/>
                </a:cubicBezTo>
                <a:cubicBezTo>
                  <a:pt x="12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2" y="3776"/>
                  <a:pt x="8" y="3776"/>
                </a:cubicBezTo>
                <a:cubicBezTo>
                  <a:pt x="3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3" y="3648"/>
                  <a:pt x="8" y="3648"/>
                </a:cubicBezTo>
                <a:cubicBezTo>
                  <a:pt x="12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2" y="3968"/>
                  <a:pt x="8" y="3968"/>
                </a:cubicBezTo>
                <a:cubicBezTo>
                  <a:pt x="3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3" y="3840"/>
                  <a:pt x="8" y="3840"/>
                </a:cubicBezTo>
                <a:cubicBezTo>
                  <a:pt x="12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2" y="4160"/>
                  <a:pt x="8" y="4160"/>
                </a:cubicBezTo>
                <a:cubicBezTo>
                  <a:pt x="3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3" y="4032"/>
                  <a:pt x="8" y="4032"/>
                </a:cubicBezTo>
                <a:cubicBezTo>
                  <a:pt x="12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2" y="4352"/>
                  <a:pt x="8" y="4352"/>
                </a:cubicBezTo>
                <a:cubicBezTo>
                  <a:pt x="3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3" y="4224"/>
                  <a:pt x="8" y="4224"/>
                </a:cubicBezTo>
                <a:cubicBezTo>
                  <a:pt x="12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2" y="4544"/>
                  <a:pt x="8" y="4544"/>
                </a:cubicBezTo>
                <a:cubicBezTo>
                  <a:pt x="3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3" y="4416"/>
                  <a:pt x="8" y="4416"/>
                </a:cubicBezTo>
                <a:cubicBezTo>
                  <a:pt x="12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2" y="4736"/>
                  <a:pt x="8" y="4736"/>
                </a:cubicBezTo>
                <a:cubicBezTo>
                  <a:pt x="3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3" y="4608"/>
                  <a:pt x="8" y="4608"/>
                </a:cubicBezTo>
                <a:cubicBezTo>
                  <a:pt x="12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2" y="4928"/>
                  <a:pt x="8" y="4928"/>
                </a:cubicBezTo>
                <a:cubicBezTo>
                  <a:pt x="3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3" y="4800"/>
                  <a:pt x="8" y="4800"/>
                </a:cubicBezTo>
                <a:cubicBezTo>
                  <a:pt x="12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2" y="5120"/>
                  <a:pt x="8" y="5120"/>
                </a:cubicBezTo>
                <a:cubicBezTo>
                  <a:pt x="3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3" y="4992"/>
                  <a:pt x="8" y="4992"/>
                </a:cubicBezTo>
                <a:cubicBezTo>
                  <a:pt x="12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2" y="5312"/>
                  <a:pt x="8" y="5312"/>
                </a:cubicBezTo>
                <a:cubicBezTo>
                  <a:pt x="3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3" y="5184"/>
                  <a:pt x="8" y="5184"/>
                </a:cubicBezTo>
                <a:cubicBezTo>
                  <a:pt x="12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2" y="5504"/>
                  <a:pt x="8" y="5504"/>
                </a:cubicBezTo>
                <a:cubicBezTo>
                  <a:pt x="3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3" y="5376"/>
                  <a:pt x="8" y="5376"/>
                </a:cubicBezTo>
                <a:cubicBezTo>
                  <a:pt x="12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3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3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3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3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3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3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3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3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3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3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3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3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3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3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3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3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3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3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37"/>
          <p:cNvSpPr>
            <a:spLocks noEditPoints="1"/>
          </p:cNvSpPr>
          <p:nvPr/>
        </p:nvSpPr>
        <p:spPr bwMode="auto">
          <a:xfrm>
            <a:off x="7312025" y="1236663"/>
            <a:ext cx="11113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2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ubicBezTo>
                  <a:pt x="12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2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2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2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2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2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2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2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2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2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2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2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2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2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2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2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2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2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2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2" y="2048"/>
                  <a:pt x="8" y="2048"/>
                </a:cubicBezTo>
                <a:cubicBezTo>
                  <a:pt x="3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3" y="1920"/>
                  <a:pt x="8" y="1920"/>
                </a:cubicBezTo>
                <a:cubicBezTo>
                  <a:pt x="12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2" y="2240"/>
                  <a:pt x="8" y="2240"/>
                </a:cubicBezTo>
                <a:cubicBezTo>
                  <a:pt x="3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3" y="2112"/>
                  <a:pt x="8" y="2112"/>
                </a:cubicBezTo>
                <a:cubicBezTo>
                  <a:pt x="12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2" y="2432"/>
                  <a:pt x="8" y="2432"/>
                </a:cubicBezTo>
                <a:cubicBezTo>
                  <a:pt x="3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3" y="2304"/>
                  <a:pt x="8" y="2304"/>
                </a:cubicBezTo>
                <a:cubicBezTo>
                  <a:pt x="12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2" y="2624"/>
                  <a:pt x="8" y="2624"/>
                </a:cubicBezTo>
                <a:cubicBezTo>
                  <a:pt x="3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3" y="2496"/>
                  <a:pt x="8" y="2496"/>
                </a:cubicBezTo>
                <a:cubicBezTo>
                  <a:pt x="12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2" y="2816"/>
                  <a:pt x="8" y="2816"/>
                </a:cubicBezTo>
                <a:cubicBezTo>
                  <a:pt x="3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3" y="2688"/>
                  <a:pt x="8" y="2688"/>
                </a:cubicBezTo>
                <a:cubicBezTo>
                  <a:pt x="12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2" y="3008"/>
                  <a:pt x="8" y="3008"/>
                </a:cubicBezTo>
                <a:cubicBezTo>
                  <a:pt x="3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3" y="2880"/>
                  <a:pt x="8" y="2880"/>
                </a:cubicBezTo>
                <a:cubicBezTo>
                  <a:pt x="12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2" y="3200"/>
                  <a:pt x="8" y="3200"/>
                </a:cubicBezTo>
                <a:cubicBezTo>
                  <a:pt x="3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3" y="3072"/>
                  <a:pt x="8" y="3072"/>
                </a:cubicBezTo>
                <a:cubicBezTo>
                  <a:pt x="12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2" y="3392"/>
                  <a:pt x="8" y="3392"/>
                </a:cubicBezTo>
                <a:cubicBezTo>
                  <a:pt x="3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3" y="3264"/>
                  <a:pt x="8" y="3264"/>
                </a:cubicBezTo>
                <a:cubicBezTo>
                  <a:pt x="12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2" y="3584"/>
                  <a:pt x="8" y="3584"/>
                </a:cubicBezTo>
                <a:cubicBezTo>
                  <a:pt x="3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3" y="3456"/>
                  <a:pt x="8" y="3456"/>
                </a:cubicBezTo>
                <a:cubicBezTo>
                  <a:pt x="12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2" y="3776"/>
                  <a:pt x="8" y="3776"/>
                </a:cubicBezTo>
                <a:cubicBezTo>
                  <a:pt x="3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3" y="3648"/>
                  <a:pt x="8" y="3648"/>
                </a:cubicBezTo>
                <a:cubicBezTo>
                  <a:pt x="12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2" y="3968"/>
                  <a:pt x="8" y="3968"/>
                </a:cubicBezTo>
                <a:cubicBezTo>
                  <a:pt x="3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3" y="3840"/>
                  <a:pt x="8" y="3840"/>
                </a:cubicBezTo>
                <a:cubicBezTo>
                  <a:pt x="12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2" y="4160"/>
                  <a:pt x="8" y="4160"/>
                </a:cubicBezTo>
                <a:cubicBezTo>
                  <a:pt x="3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3" y="4032"/>
                  <a:pt x="8" y="4032"/>
                </a:cubicBezTo>
                <a:cubicBezTo>
                  <a:pt x="12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2" y="4352"/>
                  <a:pt x="8" y="4352"/>
                </a:cubicBezTo>
                <a:cubicBezTo>
                  <a:pt x="3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3" y="4224"/>
                  <a:pt x="8" y="4224"/>
                </a:cubicBezTo>
                <a:cubicBezTo>
                  <a:pt x="12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2" y="4544"/>
                  <a:pt x="8" y="4544"/>
                </a:cubicBezTo>
                <a:cubicBezTo>
                  <a:pt x="3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3" y="4416"/>
                  <a:pt x="8" y="4416"/>
                </a:cubicBezTo>
                <a:cubicBezTo>
                  <a:pt x="12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2" y="4736"/>
                  <a:pt x="8" y="4736"/>
                </a:cubicBezTo>
                <a:cubicBezTo>
                  <a:pt x="3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3" y="4608"/>
                  <a:pt x="8" y="4608"/>
                </a:cubicBezTo>
                <a:cubicBezTo>
                  <a:pt x="12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2" y="4928"/>
                  <a:pt x="8" y="4928"/>
                </a:cubicBezTo>
                <a:cubicBezTo>
                  <a:pt x="3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3" y="4800"/>
                  <a:pt x="8" y="4800"/>
                </a:cubicBezTo>
                <a:cubicBezTo>
                  <a:pt x="12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2" y="5120"/>
                  <a:pt x="8" y="5120"/>
                </a:cubicBezTo>
                <a:cubicBezTo>
                  <a:pt x="3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3" y="4992"/>
                  <a:pt x="8" y="4992"/>
                </a:cubicBezTo>
                <a:cubicBezTo>
                  <a:pt x="12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2" y="5312"/>
                  <a:pt x="8" y="5312"/>
                </a:cubicBezTo>
                <a:cubicBezTo>
                  <a:pt x="3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3" y="5184"/>
                  <a:pt x="8" y="5184"/>
                </a:cubicBezTo>
                <a:cubicBezTo>
                  <a:pt x="12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2" y="5504"/>
                  <a:pt x="8" y="5504"/>
                </a:cubicBezTo>
                <a:cubicBezTo>
                  <a:pt x="3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3" y="5376"/>
                  <a:pt x="8" y="5376"/>
                </a:cubicBezTo>
                <a:cubicBezTo>
                  <a:pt x="12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3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3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3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3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3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3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3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3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3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3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3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3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3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3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3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3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3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3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Freeform 38"/>
          <p:cNvSpPr>
            <a:spLocks noEditPoints="1"/>
          </p:cNvSpPr>
          <p:nvPr/>
        </p:nvSpPr>
        <p:spPr bwMode="auto">
          <a:xfrm>
            <a:off x="8062913" y="1222376"/>
            <a:ext cx="11113" cy="4370388"/>
          </a:xfrm>
          <a:custGeom>
            <a:avLst/>
            <a:gdLst>
              <a:gd name="T0" fmla="*/ 1 w 17"/>
              <a:gd name="T1" fmla="*/ 8 h 7122"/>
              <a:gd name="T2" fmla="*/ 9 w 17"/>
              <a:gd name="T3" fmla="*/ 320 h 7122"/>
              <a:gd name="T4" fmla="*/ 17 w 17"/>
              <a:gd name="T5" fmla="*/ 392 h 7122"/>
              <a:gd name="T6" fmla="*/ 9 w 17"/>
              <a:gd name="T7" fmla="*/ 384 h 7122"/>
              <a:gd name="T8" fmla="*/ 1 w 17"/>
              <a:gd name="T9" fmla="*/ 696 h 7122"/>
              <a:gd name="T10" fmla="*/ 17 w 17"/>
              <a:gd name="T11" fmla="*/ 888 h 7122"/>
              <a:gd name="T12" fmla="*/ 17 w 17"/>
              <a:gd name="T13" fmla="*/ 776 h 7122"/>
              <a:gd name="T14" fmla="*/ 1 w 17"/>
              <a:gd name="T15" fmla="*/ 968 h 7122"/>
              <a:gd name="T16" fmla="*/ 9 w 17"/>
              <a:gd name="T17" fmla="*/ 1280 h 7122"/>
              <a:gd name="T18" fmla="*/ 17 w 17"/>
              <a:gd name="T19" fmla="*/ 1352 h 7122"/>
              <a:gd name="T20" fmla="*/ 9 w 17"/>
              <a:gd name="T21" fmla="*/ 1344 h 7122"/>
              <a:gd name="T22" fmla="*/ 1 w 17"/>
              <a:gd name="T23" fmla="*/ 1656 h 7122"/>
              <a:gd name="T24" fmla="*/ 17 w 17"/>
              <a:gd name="T25" fmla="*/ 1848 h 7122"/>
              <a:gd name="T26" fmla="*/ 17 w 17"/>
              <a:gd name="T27" fmla="*/ 1736 h 7122"/>
              <a:gd name="T28" fmla="*/ 1 w 17"/>
              <a:gd name="T29" fmla="*/ 1928 h 7122"/>
              <a:gd name="T30" fmla="*/ 9 w 17"/>
              <a:gd name="T31" fmla="*/ 2240 h 7122"/>
              <a:gd name="T32" fmla="*/ 17 w 17"/>
              <a:gd name="T33" fmla="*/ 2312 h 7122"/>
              <a:gd name="T34" fmla="*/ 9 w 17"/>
              <a:gd name="T35" fmla="*/ 2304 h 7122"/>
              <a:gd name="T36" fmla="*/ 1 w 17"/>
              <a:gd name="T37" fmla="*/ 2616 h 7122"/>
              <a:gd name="T38" fmla="*/ 17 w 17"/>
              <a:gd name="T39" fmla="*/ 2808 h 7122"/>
              <a:gd name="T40" fmla="*/ 17 w 17"/>
              <a:gd name="T41" fmla="*/ 2696 h 7122"/>
              <a:gd name="T42" fmla="*/ 1 w 17"/>
              <a:gd name="T43" fmla="*/ 2888 h 7122"/>
              <a:gd name="T44" fmla="*/ 9 w 17"/>
              <a:gd name="T45" fmla="*/ 3200 h 7122"/>
              <a:gd name="T46" fmla="*/ 17 w 17"/>
              <a:gd name="T47" fmla="*/ 3272 h 7122"/>
              <a:gd name="T48" fmla="*/ 9 w 17"/>
              <a:gd name="T49" fmla="*/ 3264 h 7122"/>
              <a:gd name="T50" fmla="*/ 1 w 17"/>
              <a:gd name="T51" fmla="*/ 3576 h 7122"/>
              <a:gd name="T52" fmla="*/ 17 w 17"/>
              <a:gd name="T53" fmla="*/ 3768 h 7122"/>
              <a:gd name="T54" fmla="*/ 17 w 17"/>
              <a:gd name="T55" fmla="*/ 3656 h 7122"/>
              <a:gd name="T56" fmla="*/ 1 w 17"/>
              <a:gd name="T57" fmla="*/ 3848 h 7122"/>
              <a:gd name="T58" fmla="*/ 9 w 17"/>
              <a:gd name="T59" fmla="*/ 4160 h 7122"/>
              <a:gd name="T60" fmla="*/ 17 w 17"/>
              <a:gd name="T61" fmla="*/ 4232 h 7122"/>
              <a:gd name="T62" fmla="*/ 9 w 17"/>
              <a:gd name="T63" fmla="*/ 4224 h 7122"/>
              <a:gd name="T64" fmla="*/ 1 w 17"/>
              <a:gd name="T65" fmla="*/ 4536 h 7122"/>
              <a:gd name="T66" fmla="*/ 17 w 17"/>
              <a:gd name="T67" fmla="*/ 4728 h 7122"/>
              <a:gd name="T68" fmla="*/ 17 w 17"/>
              <a:gd name="T69" fmla="*/ 4616 h 7122"/>
              <a:gd name="T70" fmla="*/ 0 w 17"/>
              <a:gd name="T71" fmla="*/ 4808 h 7122"/>
              <a:gd name="T72" fmla="*/ 8 w 17"/>
              <a:gd name="T73" fmla="*/ 5120 h 7122"/>
              <a:gd name="T74" fmla="*/ 16 w 17"/>
              <a:gd name="T75" fmla="*/ 5192 h 7122"/>
              <a:gd name="T76" fmla="*/ 8 w 17"/>
              <a:gd name="T77" fmla="*/ 5184 h 7122"/>
              <a:gd name="T78" fmla="*/ 0 w 17"/>
              <a:gd name="T79" fmla="*/ 5496 h 7122"/>
              <a:gd name="T80" fmla="*/ 16 w 17"/>
              <a:gd name="T81" fmla="*/ 5688 h 7122"/>
              <a:gd name="T82" fmla="*/ 16 w 17"/>
              <a:gd name="T83" fmla="*/ 5576 h 7122"/>
              <a:gd name="T84" fmla="*/ 0 w 17"/>
              <a:gd name="T85" fmla="*/ 5768 h 7122"/>
              <a:gd name="T86" fmla="*/ 8 w 17"/>
              <a:gd name="T87" fmla="*/ 6080 h 7122"/>
              <a:gd name="T88" fmla="*/ 16 w 17"/>
              <a:gd name="T89" fmla="*/ 6152 h 7122"/>
              <a:gd name="T90" fmla="*/ 8 w 17"/>
              <a:gd name="T91" fmla="*/ 6144 h 7122"/>
              <a:gd name="T92" fmla="*/ 0 w 17"/>
              <a:gd name="T93" fmla="*/ 6456 h 7122"/>
              <a:gd name="T94" fmla="*/ 16 w 17"/>
              <a:gd name="T95" fmla="*/ 6648 h 7122"/>
              <a:gd name="T96" fmla="*/ 16 w 17"/>
              <a:gd name="T97" fmla="*/ 6536 h 7122"/>
              <a:gd name="T98" fmla="*/ 0 w 17"/>
              <a:gd name="T99" fmla="*/ 6728 h 7122"/>
              <a:gd name="T100" fmla="*/ 8 w 17"/>
              <a:gd name="T101" fmla="*/ 7040 h 7122"/>
              <a:gd name="T102" fmla="*/ 16 w 17"/>
              <a:gd name="T103" fmla="*/ 7112 h 7122"/>
              <a:gd name="T104" fmla="*/ 8 w 17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" h="7122">
                <a:moveTo>
                  <a:pt x="17" y="8"/>
                </a:moveTo>
                <a:lnTo>
                  <a:pt x="17" y="120"/>
                </a:lnTo>
                <a:cubicBezTo>
                  <a:pt x="17" y="125"/>
                  <a:pt x="13" y="128"/>
                  <a:pt x="9" y="128"/>
                </a:cubicBezTo>
                <a:cubicBezTo>
                  <a:pt x="4" y="128"/>
                  <a:pt x="1" y="125"/>
                  <a:pt x="1" y="120"/>
                </a:cubicBezTo>
                <a:lnTo>
                  <a:pt x="1" y="8"/>
                </a:lnTo>
                <a:cubicBezTo>
                  <a:pt x="1" y="4"/>
                  <a:pt x="4" y="0"/>
                  <a:pt x="9" y="0"/>
                </a:cubicBezTo>
                <a:cubicBezTo>
                  <a:pt x="13" y="0"/>
                  <a:pt x="17" y="4"/>
                  <a:pt x="17" y="8"/>
                </a:cubicBezTo>
                <a:close/>
                <a:moveTo>
                  <a:pt x="17" y="200"/>
                </a:moveTo>
                <a:lnTo>
                  <a:pt x="17" y="312"/>
                </a:lnTo>
                <a:cubicBezTo>
                  <a:pt x="17" y="317"/>
                  <a:pt x="13" y="320"/>
                  <a:pt x="9" y="320"/>
                </a:cubicBezTo>
                <a:cubicBezTo>
                  <a:pt x="4" y="320"/>
                  <a:pt x="1" y="317"/>
                  <a:pt x="1" y="312"/>
                </a:cubicBezTo>
                <a:lnTo>
                  <a:pt x="1" y="200"/>
                </a:lnTo>
                <a:cubicBezTo>
                  <a:pt x="1" y="196"/>
                  <a:pt x="4" y="192"/>
                  <a:pt x="9" y="192"/>
                </a:cubicBezTo>
                <a:cubicBezTo>
                  <a:pt x="13" y="192"/>
                  <a:pt x="17" y="196"/>
                  <a:pt x="17" y="200"/>
                </a:cubicBezTo>
                <a:close/>
                <a:moveTo>
                  <a:pt x="17" y="392"/>
                </a:moveTo>
                <a:lnTo>
                  <a:pt x="17" y="504"/>
                </a:lnTo>
                <a:cubicBezTo>
                  <a:pt x="17" y="509"/>
                  <a:pt x="13" y="512"/>
                  <a:pt x="9" y="512"/>
                </a:cubicBezTo>
                <a:cubicBezTo>
                  <a:pt x="4" y="512"/>
                  <a:pt x="1" y="509"/>
                  <a:pt x="1" y="504"/>
                </a:cubicBezTo>
                <a:lnTo>
                  <a:pt x="1" y="392"/>
                </a:lnTo>
                <a:cubicBezTo>
                  <a:pt x="1" y="388"/>
                  <a:pt x="4" y="384"/>
                  <a:pt x="9" y="384"/>
                </a:cubicBezTo>
                <a:cubicBezTo>
                  <a:pt x="13" y="384"/>
                  <a:pt x="17" y="388"/>
                  <a:pt x="17" y="392"/>
                </a:cubicBezTo>
                <a:close/>
                <a:moveTo>
                  <a:pt x="17" y="584"/>
                </a:moveTo>
                <a:lnTo>
                  <a:pt x="17" y="696"/>
                </a:lnTo>
                <a:cubicBezTo>
                  <a:pt x="17" y="701"/>
                  <a:pt x="13" y="704"/>
                  <a:pt x="9" y="704"/>
                </a:cubicBezTo>
                <a:cubicBezTo>
                  <a:pt x="4" y="704"/>
                  <a:pt x="1" y="701"/>
                  <a:pt x="1" y="696"/>
                </a:cubicBezTo>
                <a:lnTo>
                  <a:pt x="1" y="584"/>
                </a:lnTo>
                <a:cubicBezTo>
                  <a:pt x="1" y="580"/>
                  <a:pt x="4" y="576"/>
                  <a:pt x="9" y="576"/>
                </a:cubicBezTo>
                <a:cubicBezTo>
                  <a:pt x="13" y="576"/>
                  <a:pt x="17" y="580"/>
                  <a:pt x="17" y="584"/>
                </a:cubicBezTo>
                <a:close/>
                <a:moveTo>
                  <a:pt x="17" y="776"/>
                </a:moveTo>
                <a:lnTo>
                  <a:pt x="17" y="888"/>
                </a:lnTo>
                <a:cubicBezTo>
                  <a:pt x="17" y="893"/>
                  <a:pt x="13" y="896"/>
                  <a:pt x="9" y="896"/>
                </a:cubicBezTo>
                <a:cubicBezTo>
                  <a:pt x="4" y="896"/>
                  <a:pt x="1" y="893"/>
                  <a:pt x="1" y="888"/>
                </a:cubicBezTo>
                <a:lnTo>
                  <a:pt x="1" y="776"/>
                </a:lnTo>
                <a:cubicBezTo>
                  <a:pt x="1" y="772"/>
                  <a:pt x="4" y="768"/>
                  <a:pt x="9" y="768"/>
                </a:cubicBezTo>
                <a:cubicBezTo>
                  <a:pt x="13" y="768"/>
                  <a:pt x="17" y="772"/>
                  <a:pt x="17" y="776"/>
                </a:cubicBezTo>
                <a:close/>
                <a:moveTo>
                  <a:pt x="17" y="968"/>
                </a:moveTo>
                <a:lnTo>
                  <a:pt x="17" y="1080"/>
                </a:lnTo>
                <a:cubicBezTo>
                  <a:pt x="17" y="1085"/>
                  <a:pt x="13" y="1088"/>
                  <a:pt x="9" y="1088"/>
                </a:cubicBezTo>
                <a:cubicBezTo>
                  <a:pt x="4" y="1088"/>
                  <a:pt x="1" y="1085"/>
                  <a:pt x="1" y="1080"/>
                </a:cubicBezTo>
                <a:lnTo>
                  <a:pt x="1" y="968"/>
                </a:lnTo>
                <a:cubicBezTo>
                  <a:pt x="1" y="964"/>
                  <a:pt x="4" y="960"/>
                  <a:pt x="9" y="960"/>
                </a:cubicBezTo>
                <a:cubicBezTo>
                  <a:pt x="13" y="960"/>
                  <a:pt x="17" y="964"/>
                  <a:pt x="17" y="968"/>
                </a:cubicBezTo>
                <a:close/>
                <a:moveTo>
                  <a:pt x="17" y="1160"/>
                </a:moveTo>
                <a:lnTo>
                  <a:pt x="17" y="1272"/>
                </a:lnTo>
                <a:cubicBezTo>
                  <a:pt x="17" y="1277"/>
                  <a:pt x="13" y="1280"/>
                  <a:pt x="9" y="1280"/>
                </a:cubicBezTo>
                <a:cubicBezTo>
                  <a:pt x="4" y="1280"/>
                  <a:pt x="1" y="1277"/>
                  <a:pt x="1" y="1272"/>
                </a:cubicBezTo>
                <a:lnTo>
                  <a:pt x="1" y="1160"/>
                </a:lnTo>
                <a:cubicBezTo>
                  <a:pt x="1" y="1156"/>
                  <a:pt x="4" y="1152"/>
                  <a:pt x="9" y="1152"/>
                </a:cubicBezTo>
                <a:cubicBezTo>
                  <a:pt x="13" y="1152"/>
                  <a:pt x="17" y="1156"/>
                  <a:pt x="17" y="1160"/>
                </a:cubicBezTo>
                <a:close/>
                <a:moveTo>
                  <a:pt x="17" y="1352"/>
                </a:moveTo>
                <a:lnTo>
                  <a:pt x="17" y="1464"/>
                </a:lnTo>
                <a:cubicBezTo>
                  <a:pt x="17" y="1469"/>
                  <a:pt x="13" y="1472"/>
                  <a:pt x="9" y="1472"/>
                </a:cubicBezTo>
                <a:cubicBezTo>
                  <a:pt x="4" y="1472"/>
                  <a:pt x="1" y="1469"/>
                  <a:pt x="1" y="1464"/>
                </a:cubicBezTo>
                <a:lnTo>
                  <a:pt x="1" y="1352"/>
                </a:lnTo>
                <a:cubicBezTo>
                  <a:pt x="1" y="1348"/>
                  <a:pt x="4" y="1344"/>
                  <a:pt x="9" y="1344"/>
                </a:cubicBezTo>
                <a:cubicBezTo>
                  <a:pt x="13" y="1344"/>
                  <a:pt x="17" y="1348"/>
                  <a:pt x="17" y="1352"/>
                </a:cubicBezTo>
                <a:close/>
                <a:moveTo>
                  <a:pt x="17" y="1544"/>
                </a:moveTo>
                <a:lnTo>
                  <a:pt x="17" y="1656"/>
                </a:lnTo>
                <a:cubicBezTo>
                  <a:pt x="17" y="1661"/>
                  <a:pt x="13" y="1664"/>
                  <a:pt x="9" y="1664"/>
                </a:cubicBezTo>
                <a:cubicBezTo>
                  <a:pt x="4" y="1664"/>
                  <a:pt x="1" y="1661"/>
                  <a:pt x="1" y="1656"/>
                </a:cubicBezTo>
                <a:lnTo>
                  <a:pt x="1" y="1544"/>
                </a:lnTo>
                <a:cubicBezTo>
                  <a:pt x="1" y="1540"/>
                  <a:pt x="4" y="1536"/>
                  <a:pt x="9" y="1536"/>
                </a:cubicBezTo>
                <a:cubicBezTo>
                  <a:pt x="13" y="1536"/>
                  <a:pt x="17" y="1540"/>
                  <a:pt x="17" y="1544"/>
                </a:cubicBezTo>
                <a:close/>
                <a:moveTo>
                  <a:pt x="17" y="1736"/>
                </a:moveTo>
                <a:lnTo>
                  <a:pt x="17" y="1848"/>
                </a:lnTo>
                <a:cubicBezTo>
                  <a:pt x="17" y="1853"/>
                  <a:pt x="13" y="1856"/>
                  <a:pt x="9" y="1856"/>
                </a:cubicBezTo>
                <a:cubicBezTo>
                  <a:pt x="4" y="1856"/>
                  <a:pt x="1" y="1853"/>
                  <a:pt x="1" y="1848"/>
                </a:cubicBezTo>
                <a:lnTo>
                  <a:pt x="1" y="1736"/>
                </a:lnTo>
                <a:cubicBezTo>
                  <a:pt x="1" y="1732"/>
                  <a:pt x="4" y="1728"/>
                  <a:pt x="9" y="1728"/>
                </a:cubicBezTo>
                <a:cubicBezTo>
                  <a:pt x="13" y="1728"/>
                  <a:pt x="17" y="1732"/>
                  <a:pt x="17" y="1736"/>
                </a:cubicBezTo>
                <a:close/>
                <a:moveTo>
                  <a:pt x="17" y="1928"/>
                </a:moveTo>
                <a:lnTo>
                  <a:pt x="17" y="2040"/>
                </a:lnTo>
                <a:cubicBezTo>
                  <a:pt x="17" y="2045"/>
                  <a:pt x="13" y="2048"/>
                  <a:pt x="9" y="2048"/>
                </a:cubicBezTo>
                <a:cubicBezTo>
                  <a:pt x="4" y="2048"/>
                  <a:pt x="1" y="2045"/>
                  <a:pt x="1" y="2040"/>
                </a:cubicBezTo>
                <a:lnTo>
                  <a:pt x="1" y="1928"/>
                </a:lnTo>
                <a:cubicBezTo>
                  <a:pt x="1" y="1924"/>
                  <a:pt x="4" y="1920"/>
                  <a:pt x="9" y="1920"/>
                </a:cubicBezTo>
                <a:cubicBezTo>
                  <a:pt x="13" y="1920"/>
                  <a:pt x="17" y="1924"/>
                  <a:pt x="17" y="1928"/>
                </a:cubicBezTo>
                <a:close/>
                <a:moveTo>
                  <a:pt x="17" y="2120"/>
                </a:moveTo>
                <a:lnTo>
                  <a:pt x="17" y="2232"/>
                </a:lnTo>
                <a:cubicBezTo>
                  <a:pt x="17" y="2237"/>
                  <a:pt x="13" y="2240"/>
                  <a:pt x="9" y="2240"/>
                </a:cubicBezTo>
                <a:cubicBezTo>
                  <a:pt x="4" y="2240"/>
                  <a:pt x="1" y="2237"/>
                  <a:pt x="1" y="2232"/>
                </a:cubicBezTo>
                <a:lnTo>
                  <a:pt x="1" y="2120"/>
                </a:lnTo>
                <a:cubicBezTo>
                  <a:pt x="1" y="2116"/>
                  <a:pt x="4" y="2112"/>
                  <a:pt x="9" y="2112"/>
                </a:cubicBezTo>
                <a:cubicBezTo>
                  <a:pt x="13" y="2112"/>
                  <a:pt x="17" y="2116"/>
                  <a:pt x="17" y="2120"/>
                </a:cubicBezTo>
                <a:close/>
                <a:moveTo>
                  <a:pt x="17" y="2312"/>
                </a:moveTo>
                <a:lnTo>
                  <a:pt x="17" y="2424"/>
                </a:lnTo>
                <a:cubicBezTo>
                  <a:pt x="17" y="2429"/>
                  <a:pt x="13" y="2432"/>
                  <a:pt x="9" y="2432"/>
                </a:cubicBezTo>
                <a:cubicBezTo>
                  <a:pt x="4" y="2432"/>
                  <a:pt x="1" y="2429"/>
                  <a:pt x="1" y="2424"/>
                </a:cubicBezTo>
                <a:lnTo>
                  <a:pt x="1" y="2312"/>
                </a:lnTo>
                <a:cubicBezTo>
                  <a:pt x="1" y="2308"/>
                  <a:pt x="4" y="2304"/>
                  <a:pt x="9" y="2304"/>
                </a:cubicBezTo>
                <a:cubicBezTo>
                  <a:pt x="13" y="2304"/>
                  <a:pt x="17" y="2308"/>
                  <a:pt x="17" y="2312"/>
                </a:cubicBezTo>
                <a:close/>
                <a:moveTo>
                  <a:pt x="17" y="2504"/>
                </a:moveTo>
                <a:lnTo>
                  <a:pt x="17" y="2616"/>
                </a:lnTo>
                <a:cubicBezTo>
                  <a:pt x="17" y="2621"/>
                  <a:pt x="13" y="2624"/>
                  <a:pt x="9" y="2624"/>
                </a:cubicBezTo>
                <a:cubicBezTo>
                  <a:pt x="4" y="2624"/>
                  <a:pt x="1" y="2621"/>
                  <a:pt x="1" y="2616"/>
                </a:cubicBezTo>
                <a:lnTo>
                  <a:pt x="1" y="2504"/>
                </a:lnTo>
                <a:cubicBezTo>
                  <a:pt x="1" y="2500"/>
                  <a:pt x="4" y="2496"/>
                  <a:pt x="9" y="2496"/>
                </a:cubicBezTo>
                <a:cubicBezTo>
                  <a:pt x="13" y="2496"/>
                  <a:pt x="17" y="2500"/>
                  <a:pt x="17" y="2504"/>
                </a:cubicBezTo>
                <a:close/>
                <a:moveTo>
                  <a:pt x="17" y="2696"/>
                </a:moveTo>
                <a:lnTo>
                  <a:pt x="17" y="2808"/>
                </a:lnTo>
                <a:cubicBezTo>
                  <a:pt x="17" y="2813"/>
                  <a:pt x="13" y="2816"/>
                  <a:pt x="9" y="2816"/>
                </a:cubicBezTo>
                <a:cubicBezTo>
                  <a:pt x="4" y="2816"/>
                  <a:pt x="1" y="2813"/>
                  <a:pt x="1" y="2808"/>
                </a:cubicBezTo>
                <a:lnTo>
                  <a:pt x="1" y="2696"/>
                </a:lnTo>
                <a:cubicBezTo>
                  <a:pt x="1" y="2692"/>
                  <a:pt x="4" y="2688"/>
                  <a:pt x="9" y="2688"/>
                </a:cubicBezTo>
                <a:cubicBezTo>
                  <a:pt x="13" y="2688"/>
                  <a:pt x="17" y="2692"/>
                  <a:pt x="17" y="2696"/>
                </a:cubicBezTo>
                <a:close/>
                <a:moveTo>
                  <a:pt x="17" y="2888"/>
                </a:moveTo>
                <a:lnTo>
                  <a:pt x="17" y="3000"/>
                </a:lnTo>
                <a:cubicBezTo>
                  <a:pt x="17" y="3005"/>
                  <a:pt x="13" y="3008"/>
                  <a:pt x="9" y="3008"/>
                </a:cubicBezTo>
                <a:cubicBezTo>
                  <a:pt x="4" y="3008"/>
                  <a:pt x="1" y="3005"/>
                  <a:pt x="1" y="3000"/>
                </a:cubicBezTo>
                <a:lnTo>
                  <a:pt x="1" y="2888"/>
                </a:lnTo>
                <a:cubicBezTo>
                  <a:pt x="1" y="2884"/>
                  <a:pt x="4" y="2880"/>
                  <a:pt x="9" y="2880"/>
                </a:cubicBezTo>
                <a:cubicBezTo>
                  <a:pt x="13" y="2880"/>
                  <a:pt x="17" y="2884"/>
                  <a:pt x="17" y="2888"/>
                </a:cubicBezTo>
                <a:close/>
                <a:moveTo>
                  <a:pt x="17" y="3080"/>
                </a:moveTo>
                <a:lnTo>
                  <a:pt x="17" y="3192"/>
                </a:lnTo>
                <a:cubicBezTo>
                  <a:pt x="17" y="3197"/>
                  <a:pt x="13" y="3200"/>
                  <a:pt x="9" y="3200"/>
                </a:cubicBezTo>
                <a:cubicBezTo>
                  <a:pt x="4" y="3200"/>
                  <a:pt x="1" y="3197"/>
                  <a:pt x="1" y="3192"/>
                </a:cubicBezTo>
                <a:lnTo>
                  <a:pt x="1" y="3080"/>
                </a:lnTo>
                <a:cubicBezTo>
                  <a:pt x="1" y="3076"/>
                  <a:pt x="4" y="3072"/>
                  <a:pt x="9" y="3072"/>
                </a:cubicBezTo>
                <a:cubicBezTo>
                  <a:pt x="13" y="3072"/>
                  <a:pt x="17" y="3076"/>
                  <a:pt x="17" y="3080"/>
                </a:cubicBezTo>
                <a:close/>
                <a:moveTo>
                  <a:pt x="17" y="3272"/>
                </a:moveTo>
                <a:lnTo>
                  <a:pt x="17" y="3384"/>
                </a:lnTo>
                <a:cubicBezTo>
                  <a:pt x="17" y="3389"/>
                  <a:pt x="13" y="3392"/>
                  <a:pt x="9" y="3392"/>
                </a:cubicBezTo>
                <a:cubicBezTo>
                  <a:pt x="4" y="3392"/>
                  <a:pt x="1" y="3389"/>
                  <a:pt x="1" y="3384"/>
                </a:cubicBezTo>
                <a:lnTo>
                  <a:pt x="1" y="3272"/>
                </a:lnTo>
                <a:cubicBezTo>
                  <a:pt x="1" y="3268"/>
                  <a:pt x="4" y="3264"/>
                  <a:pt x="9" y="3264"/>
                </a:cubicBezTo>
                <a:cubicBezTo>
                  <a:pt x="13" y="3264"/>
                  <a:pt x="17" y="3268"/>
                  <a:pt x="17" y="3272"/>
                </a:cubicBezTo>
                <a:close/>
                <a:moveTo>
                  <a:pt x="17" y="3464"/>
                </a:moveTo>
                <a:lnTo>
                  <a:pt x="17" y="3576"/>
                </a:lnTo>
                <a:cubicBezTo>
                  <a:pt x="17" y="3581"/>
                  <a:pt x="13" y="3584"/>
                  <a:pt x="9" y="3584"/>
                </a:cubicBezTo>
                <a:cubicBezTo>
                  <a:pt x="4" y="3584"/>
                  <a:pt x="1" y="3581"/>
                  <a:pt x="1" y="3576"/>
                </a:cubicBezTo>
                <a:lnTo>
                  <a:pt x="1" y="3464"/>
                </a:lnTo>
                <a:cubicBezTo>
                  <a:pt x="1" y="3460"/>
                  <a:pt x="4" y="3456"/>
                  <a:pt x="9" y="3456"/>
                </a:cubicBezTo>
                <a:cubicBezTo>
                  <a:pt x="13" y="3456"/>
                  <a:pt x="17" y="3460"/>
                  <a:pt x="17" y="3464"/>
                </a:cubicBezTo>
                <a:close/>
                <a:moveTo>
                  <a:pt x="17" y="3656"/>
                </a:moveTo>
                <a:lnTo>
                  <a:pt x="17" y="3768"/>
                </a:lnTo>
                <a:cubicBezTo>
                  <a:pt x="17" y="3773"/>
                  <a:pt x="13" y="3776"/>
                  <a:pt x="9" y="3776"/>
                </a:cubicBezTo>
                <a:cubicBezTo>
                  <a:pt x="4" y="3776"/>
                  <a:pt x="1" y="3773"/>
                  <a:pt x="1" y="3768"/>
                </a:cubicBezTo>
                <a:lnTo>
                  <a:pt x="1" y="3656"/>
                </a:lnTo>
                <a:cubicBezTo>
                  <a:pt x="1" y="3652"/>
                  <a:pt x="4" y="3648"/>
                  <a:pt x="9" y="3648"/>
                </a:cubicBezTo>
                <a:cubicBezTo>
                  <a:pt x="13" y="3648"/>
                  <a:pt x="17" y="3652"/>
                  <a:pt x="17" y="3656"/>
                </a:cubicBezTo>
                <a:close/>
                <a:moveTo>
                  <a:pt x="17" y="3848"/>
                </a:moveTo>
                <a:lnTo>
                  <a:pt x="17" y="3960"/>
                </a:lnTo>
                <a:cubicBezTo>
                  <a:pt x="17" y="3965"/>
                  <a:pt x="13" y="3968"/>
                  <a:pt x="9" y="3968"/>
                </a:cubicBezTo>
                <a:cubicBezTo>
                  <a:pt x="4" y="3968"/>
                  <a:pt x="1" y="3965"/>
                  <a:pt x="1" y="3960"/>
                </a:cubicBezTo>
                <a:lnTo>
                  <a:pt x="1" y="3848"/>
                </a:lnTo>
                <a:cubicBezTo>
                  <a:pt x="1" y="3844"/>
                  <a:pt x="4" y="3840"/>
                  <a:pt x="9" y="3840"/>
                </a:cubicBezTo>
                <a:cubicBezTo>
                  <a:pt x="13" y="3840"/>
                  <a:pt x="17" y="3844"/>
                  <a:pt x="17" y="3848"/>
                </a:cubicBezTo>
                <a:close/>
                <a:moveTo>
                  <a:pt x="17" y="4040"/>
                </a:moveTo>
                <a:lnTo>
                  <a:pt x="17" y="4152"/>
                </a:lnTo>
                <a:cubicBezTo>
                  <a:pt x="17" y="4157"/>
                  <a:pt x="13" y="4160"/>
                  <a:pt x="9" y="4160"/>
                </a:cubicBezTo>
                <a:cubicBezTo>
                  <a:pt x="4" y="4160"/>
                  <a:pt x="1" y="4157"/>
                  <a:pt x="1" y="4152"/>
                </a:cubicBezTo>
                <a:lnTo>
                  <a:pt x="1" y="4040"/>
                </a:lnTo>
                <a:cubicBezTo>
                  <a:pt x="1" y="4036"/>
                  <a:pt x="4" y="4032"/>
                  <a:pt x="9" y="4032"/>
                </a:cubicBezTo>
                <a:cubicBezTo>
                  <a:pt x="13" y="4032"/>
                  <a:pt x="17" y="4036"/>
                  <a:pt x="17" y="4040"/>
                </a:cubicBezTo>
                <a:close/>
                <a:moveTo>
                  <a:pt x="17" y="4232"/>
                </a:moveTo>
                <a:lnTo>
                  <a:pt x="17" y="4344"/>
                </a:lnTo>
                <a:cubicBezTo>
                  <a:pt x="17" y="4349"/>
                  <a:pt x="13" y="4352"/>
                  <a:pt x="9" y="4352"/>
                </a:cubicBezTo>
                <a:cubicBezTo>
                  <a:pt x="4" y="4352"/>
                  <a:pt x="1" y="4349"/>
                  <a:pt x="1" y="4344"/>
                </a:cubicBezTo>
                <a:lnTo>
                  <a:pt x="1" y="4232"/>
                </a:lnTo>
                <a:cubicBezTo>
                  <a:pt x="1" y="4228"/>
                  <a:pt x="4" y="4224"/>
                  <a:pt x="9" y="4224"/>
                </a:cubicBezTo>
                <a:cubicBezTo>
                  <a:pt x="13" y="4224"/>
                  <a:pt x="17" y="4228"/>
                  <a:pt x="17" y="4232"/>
                </a:cubicBezTo>
                <a:close/>
                <a:moveTo>
                  <a:pt x="17" y="4424"/>
                </a:moveTo>
                <a:lnTo>
                  <a:pt x="17" y="4536"/>
                </a:lnTo>
                <a:cubicBezTo>
                  <a:pt x="17" y="4541"/>
                  <a:pt x="13" y="4544"/>
                  <a:pt x="9" y="4544"/>
                </a:cubicBezTo>
                <a:cubicBezTo>
                  <a:pt x="4" y="4544"/>
                  <a:pt x="1" y="4541"/>
                  <a:pt x="1" y="4536"/>
                </a:cubicBezTo>
                <a:lnTo>
                  <a:pt x="1" y="4424"/>
                </a:lnTo>
                <a:cubicBezTo>
                  <a:pt x="1" y="4420"/>
                  <a:pt x="4" y="4416"/>
                  <a:pt x="9" y="4416"/>
                </a:cubicBezTo>
                <a:cubicBezTo>
                  <a:pt x="13" y="4416"/>
                  <a:pt x="17" y="4420"/>
                  <a:pt x="17" y="4424"/>
                </a:cubicBezTo>
                <a:close/>
                <a:moveTo>
                  <a:pt x="17" y="4616"/>
                </a:moveTo>
                <a:lnTo>
                  <a:pt x="17" y="4728"/>
                </a:lnTo>
                <a:cubicBezTo>
                  <a:pt x="17" y="4733"/>
                  <a:pt x="13" y="4736"/>
                  <a:pt x="9" y="4736"/>
                </a:cubicBezTo>
                <a:cubicBezTo>
                  <a:pt x="4" y="4736"/>
                  <a:pt x="1" y="4733"/>
                  <a:pt x="1" y="4728"/>
                </a:cubicBezTo>
                <a:lnTo>
                  <a:pt x="1" y="4616"/>
                </a:lnTo>
                <a:cubicBezTo>
                  <a:pt x="1" y="4612"/>
                  <a:pt x="4" y="4608"/>
                  <a:pt x="9" y="4608"/>
                </a:cubicBezTo>
                <a:cubicBezTo>
                  <a:pt x="13" y="4608"/>
                  <a:pt x="17" y="4612"/>
                  <a:pt x="17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3" y="4928"/>
                  <a:pt x="8" y="4928"/>
                </a:cubicBezTo>
                <a:cubicBezTo>
                  <a:pt x="4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4" y="4800"/>
                  <a:pt x="8" y="4800"/>
                </a:cubicBezTo>
                <a:cubicBezTo>
                  <a:pt x="13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3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3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3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3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3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3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3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3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3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3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3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3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3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3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3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3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3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3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3" y="6848"/>
                  <a:pt x="8" y="6848"/>
                </a:cubicBezTo>
                <a:cubicBezTo>
                  <a:pt x="4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3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3" y="7040"/>
                  <a:pt x="8" y="7040"/>
                </a:cubicBezTo>
                <a:cubicBezTo>
                  <a:pt x="4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4" y="6912"/>
                  <a:pt x="8" y="6912"/>
                </a:cubicBezTo>
                <a:cubicBezTo>
                  <a:pt x="13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3" y="7122"/>
                  <a:pt x="8" y="7122"/>
                </a:cubicBezTo>
                <a:cubicBezTo>
                  <a:pt x="4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4" y="7104"/>
                  <a:pt x="8" y="7104"/>
                </a:cubicBezTo>
                <a:cubicBezTo>
                  <a:pt x="13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39"/>
          <p:cNvSpPr>
            <a:spLocks noEditPoints="1"/>
          </p:cNvSpPr>
          <p:nvPr/>
        </p:nvSpPr>
        <p:spPr bwMode="auto">
          <a:xfrm>
            <a:off x="8793284" y="1222376"/>
            <a:ext cx="11113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3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ubicBezTo>
                  <a:pt x="13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3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3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3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3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3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3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3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3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3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3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3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3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3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3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3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3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3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3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3" y="2048"/>
                  <a:pt x="8" y="2048"/>
                </a:cubicBezTo>
                <a:cubicBezTo>
                  <a:pt x="4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4" y="1920"/>
                  <a:pt x="8" y="1920"/>
                </a:cubicBezTo>
                <a:cubicBezTo>
                  <a:pt x="13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3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3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3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3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3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3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3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3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3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3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3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3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3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3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3" y="3584"/>
                  <a:pt x="8" y="3584"/>
                </a:cubicBezTo>
                <a:cubicBezTo>
                  <a:pt x="4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4" y="3456"/>
                  <a:pt x="8" y="3456"/>
                </a:cubicBezTo>
                <a:cubicBezTo>
                  <a:pt x="13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3" y="3776"/>
                  <a:pt x="8" y="3776"/>
                </a:cubicBezTo>
                <a:cubicBezTo>
                  <a:pt x="4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4" y="3648"/>
                  <a:pt x="8" y="3648"/>
                </a:cubicBezTo>
                <a:cubicBezTo>
                  <a:pt x="13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3" y="3968"/>
                  <a:pt x="8" y="3968"/>
                </a:cubicBezTo>
                <a:cubicBezTo>
                  <a:pt x="4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4" y="3840"/>
                  <a:pt x="8" y="3840"/>
                </a:cubicBezTo>
                <a:cubicBezTo>
                  <a:pt x="13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3" y="4160"/>
                  <a:pt x="8" y="4160"/>
                </a:cubicBezTo>
                <a:cubicBezTo>
                  <a:pt x="4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4" y="4032"/>
                  <a:pt x="8" y="4032"/>
                </a:cubicBezTo>
                <a:cubicBezTo>
                  <a:pt x="13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3" y="4352"/>
                  <a:pt x="8" y="4352"/>
                </a:cubicBezTo>
                <a:cubicBezTo>
                  <a:pt x="4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4" y="4224"/>
                  <a:pt x="8" y="4224"/>
                </a:cubicBezTo>
                <a:cubicBezTo>
                  <a:pt x="13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3" y="4544"/>
                  <a:pt x="8" y="4544"/>
                </a:cubicBezTo>
                <a:cubicBezTo>
                  <a:pt x="4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4" y="4416"/>
                  <a:pt x="8" y="4416"/>
                </a:cubicBezTo>
                <a:cubicBezTo>
                  <a:pt x="13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3" y="4736"/>
                  <a:pt x="8" y="4736"/>
                </a:cubicBezTo>
                <a:cubicBezTo>
                  <a:pt x="4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4" y="4608"/>
                  <a:pt x="8" y="4608"/>
                </a:cubicBezTo>
                <a:cubicBezTo>
                  <a:pt x="13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3" y="4928"/>
                  <a:pt x="8" y="4928"/>
                </a:cubicBezTo>
                <a:cubicBezTo>
                  <a:pt x="4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4" y="4800"/>
                  <a:pt x="8" y="4800"/>
                </a:cubicBezTo>
                <a:cubicBezTo>
                  <a:pt x="13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3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3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3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3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3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3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4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4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4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4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4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40"/>
          <p:cNvSpPr>
            <a:spLocks noEditPoints="1"/>
          </p:cNvSpPr>
          <p:nvPr/>
        </p:nvSpPr>
        <p:spPr bwMode="auto">
          <a:xfrm>
            <a:off x="9496547" y="1227138"/>
            <a:ext cx="9525" cy="4370388"/>
          </a:xfrm>
          <a:custGeom>
            <a:avLst/>
            <a:gdLst>
              <a:gd name="T0" fmla="*/ 1 w 17"/>
              <a:gd name="T1" fmla="*/ 8 h 7122"/>
              <a:gd name="T2" fmla="*/ 9 w 17"/>
              <a:gd name="T3" fmla="*/ 320 h 7122"/>
              <a:gd name="T4" fmla="*/ 17 w 17"/>
              <a:gd name="T5" fmla="*/ 392 h 7122"/>
              <a:gd name="T6" fmla="*/ 9 w 17"/>
              <a:gd name="T7" fmla="*/ 384 h 7122"/>
              <a:gd name="T8" fmla="*/ 1 w 17"/>
              <a:gd name="T9" fmla="*/ 696 h 7122"/>
              <a:gd name="T10" fmla="*/ 17 w 17"/>
              <a:gd name="T11" fmla="*/ 888 h 7122"/>
              <a:gd name="T12" fmla="*/ 17 w 17"/>
              <a:gd name="T13" fmla="*/ 776 h 7122"/>
              <a:gd name="T14" fmla="*/ 1 w 17"/>
              <a:gd name="T15" fmla="*/ 968 h 7122"/>
              <a:gd name="T16" fmla="*/ 9 w 17"/>
              <a:gd name="T17" fmla="*/ 1280 h 7122"/>
              <a:gd name="T18" fmla="*/ 17 w 17"/>
              <a:gd name="T19" fmla="*/ 1352 h 7122"/>
              <a:gd name="T20" fmla="*/ 9 w 17"/>
              <a:gd name="T21" fmla="*/ 1344 h 7122"/>
              <a:gd name="T22" fmla="*/ 1 w 17"/>
              <a:gd name="T23" fmla="*/ 1656 h 7122"/>
              <a:gd name="T24" fmla="*/ 17 w 17"/>
              <a:gd name="T25" fmla="*/ 1848 h 7122"/>
              <a:gd name="T26" fmla="*/ 17 w 17"/>
              <a:gd name="T27" fmla="*/ 1736 h 7122"/>
              <a:gd name="T28" fmla="*/ 1 w 17"/>
              <a:gd name="T29" fmla="*/ 1928 h 7122"/>
              <a:gd name="T30" fmla="*/ 8 w 17"/>
              <a:gd name="T31" fmla="*/ 2240 h 7122"/>
              <a:gd name="T32" fmla="*/ 16 w 17"/>
              <a:gd name="T33" fmla="*/ 2312 h 7122"/>
              <a:gd name="T34" fmla="*/ 8 w 17"/>
              <a:gd name="T35" fmla="*/ 2304 h 7122"/>
              <a:gd name="T36" fmla="*/ 0 w 17"/>
              <a:gd name="T37" fmla="*/ 2616 h 7122"/>
              <a:gd name="T38" fmla="*/ 16 w 17"/>
              <a:gd name="T39" fmla="*/ 2808 h 7122"/>
              <a:gd name="T40" fmla="*/ 16 w 17"/>
              <a:gd name="T41" fmla="*/ 2696 h 7122"/>
              <a:gd name="T42" fmla="*/ 0 w 17"/>
              <a:gd name="T43" fmla="*/ 2888 h 7122"/>
              <a:gd name="T44" fmla="*/ 8 w 17"/>
              <a:gd name="T45" fmla="*/ 3200 h 7122"/>
              <a:gd name="T46" fmla="*/ 16 w 17"/>
              <a:gd name="T47" fmla="*/ 3272 h 7122"/>
              <a:gd name="T48" fmla="*/ 8 w 17"/>
              <a:gd name="T49" fmla="*/ 3264 h 7122"/>
              <a:gd name="T50" fmla="*/ 0 w 17"/>
              <a:gd name="T51" fmla="*/ 3576 h 7122"/>
              <a:gd name="T52" fmla="*/ 16 w 17"/>
              <a:gd name="T53" fmla="*/ 3768 h 7122"/>
              <a:gd name="T54" fmla="*/ 16 w 17"/>
              <a:gd name="T55" fmla="*/ 3656 h 7122"/>
              <a:gd name="T56" fmla="*/ 0 w 17"/>
              <a:gd name="T57" fmla="*/ 3848 h 7122"/>
              <a:gd name="T58" fmla="*/ 8 w 17"/>
              <a:gd name="T59" fmla="*/ 4160 h 7122"/>
              <a:gd name="T60" fmla="*/ 16 w 17"/>
              <a:gd name="T61" fmla="*/ 4232 h 7122"/>
              <a:gd name="T62" fmla="*/ 8 w 17"/>
              <a:gd name="T63" fmla="*/ 4224 h 7122"/>
              <a:gd name="T64" fmla="*/ 0 w 17"/>
              <a:gd name="T65" fmla="*/ 4536 h 7122"/>
              <a:gd name="T66" fmla="*/ 16 w 17"/>
              <a:gd name="T67" fmla="*/ 4728 h 7122"/>
              <a:gd name="T68" fmla="*/ 16 w 17"/>
              <a:gd name="T69" fmla="*/ 4616 h 7122"/>
              <a:gd name="T70" fmla="*/ 0 w 17"/>
              <a:gd name="T71" fmla="*/ 4808 h 7122"/>
              <a:gd name="T72" fmla="*/ 8 w 17"/>
              <a:gd name="T73" fmla="*/ 5120 h 7122"/>
              <a:gd name="T74" fmla="*/ 16 w 17"/>
              <a:gd name="T75" fmla="*/ 5192 h 7122"/>
              <a:gd name="T76" fmla="*/ 8 w 17"/>
              <a:gd name="T77" fmla="*/ 5184 h 7122"/>
              <a:gd name="T78" fmla="*/ 0 w 17"/>
              <a:gd name="T79" fmla="*/ 5496 h 7122"/>
              <a:gd name="T80" fmla="*/ 16 w 17"/>
              <a:gd name="T81" fmla="*/ 5688 h 7122"/>
              <a:gd name="T82" fmla="*/ 16 w 17"/>
              <a:gd name="T83" fmla="*/ 5576 h 7122"/>
              <a:gd name="T84" fmla="*/ 0 w 17"/>
              <a:gd name="T85" fmla="*/ 5768 h 7122"/>
              <a:gd name="T86" fmla="*/ 8 w 17"/>
              <a:gd name="T87" fmla="*/ 6080 h 7122"/>
              <a:gd name="T88" fmla="*/ 16 w 17"/>
              <a:gd name="T89" fmla="*/ 6152 h 7122"/>
              <a:gd name="T90" fmla="*/ 8 w 17"/>
              <a:gd name="T91" fmla="*/ 6144 h 7122"/>
              <a:gd name="T92" fmla="*/ 0 w 17"/>
              <a:gd name="T93" fmla="*/ 6456 h 7122"/>
              <a:gd name="T94" fmla="*/ 16 w 17"/>
              <a:gd name="T95" fmla="*/ 6648 h 7122"/>
              <a:gd name="T96" fmla="*/ 16 w 17"/>
              <a:gd name="T97" fmla="*/ 6536 h 7122"/>
              <a:gd name="T98" fmla="*/ 0 w 17"/>
              <a:gd name="T99" fmla="*/ 6728 h 7122"/>
              <a:gd name="T100" fmla="*/ 8 w 17"/>
              <a:gd name="T101" fmla="*/ 7040 h 7122"/>
              <a:gd name="T102" fmla="*/ 16 w 17"/>
              <a:gd name="T103" fmla="*/ 7112 h 7122"/>
              <a:gd name="T104" fmla="*/ 8 w 17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7" h="7122">
                <a:moveTo>
                  <a:pt x="17" y="8"/>
                </a:moveTo>
                <a:lnTo>
                  <a:pt x="17" y="120"/>
                </a:lnTo>
                <a:cubicBezTo>
                  <a:pt x="17" y="125"/>
                  <a:pt x="13" y="128"/>
                  <a:pt x="9" y="128"/>
                </a:cubicBezTo>
                <a:cubicBezTo>
                  <a:pt x="4" y="128"/>
                  <a:pt x="1" y="125"/>
                  <a:pt x="1" y="120"/>
                </a:cubicBezTo>
                <a:lnTo>
                  <a:pt x="1" y="8"/>
                </a:lnTo>
                <a:cubicBezTo>
                  <a:pt x="1" y="4"/>
                  <a:pt x="4" y="0"/>
                  <a:pt x="9" y="0"/>
                </a:cubicBezTo>
                <a:cubicBezTo>
                  <a:pt x="13" y="0"/>
                  <a:pt x="17" y="4"/>
                  <a:pt x="17" y="8"/>
                </a:cubicBezTo>
                <a:close/>
                <a:moveTo>
                  <a:pt x="17" y="200"/>
                </a:moveTo>
                <a:lnTo>
                  <a:pt x="17" y="312"/>
                </a:lnTo>
                <a:cubicBezTo>
                  <a:pt x="17" y="317"/>
                  <a:pt x="13" y="320"/>
                  <a:pt x="9" y="320"/>
                </a:cubicBezTo>
                <a:cubicBezTo>
                  <a:pt x="4" y="320"/>
                  <a:pt x="1" y="317"/>
                  <a:pt x="1" y="312"/>
                </a:cubicBezTo>
                <a:lnTo>
                  <a:pt x="1" y="200"/>
                </a:lnTo>
                <a:cubicBezTo>
                  <a:pt x="1" y="196"/>
                  <a:pt x="4" y="192"/>
                  <a:pt x="9" y="192"/>
                </a:cubicBezTo>
                <a:cubicBezTo>
                  <a:pt x="13" y="192"/>
                  <a:pt x="17" y="196"/>
                  <a:pt x="17" y="200"/>
                </a:cubicBezTo>
                <a:close/>
                <a:moveTo>
                  <a:pt x="17" y="392"/>
                </a:moveTo>
                <a:lnTo>
                  <a:pt x="17" y="504"/>
                </a:lnTo>
                <a:cubicBezTo>
                  <a:pt x="17" y="509"/>
                  <a:pt x="13" y="512"/>
                  <a:pt x="9" y="512"/>
                </a:cubicBezTo>
                <a:cubicBezTo>
                  <a:pt x="4" y="512"/>
                  <a:pt x="1" y="509"/>
                  <a:pt x="1" y="504"/>
                </a:cubicBezTo>
                <a:lnTo>
                  <a:pt x="1" y="392"/>
                </a:lnTo>
                <a:cubicBezTo>
                  <a:pt x="1" y="388"/>
                  <a:pt x="4" y="384"/>
                  <a:pt x="9" y="384"/>
                </a:cubicBezTo>
                <a:cubicBezTo>
                  <a:pt x="13" y="384"/>
                  <a:pt x="17" y="388"/>
                  <a:pt x="17" y="392"/>
                </a:cubicBezTo>
                <a:close/>
                <a:moveTo>
                  <a:pt x="17" y="584"/>
                </a:moveTo>
                <a:lnTo>
                  <a:pt x="17" y="696"/>
                </a:lnTo>
                <a:cubicBezTo>
                  <a:pt x="17" y="701"/>
                  <a:pt x="13" y="704"/>
                  <a:pt x="9" y="704"/>
                </a:cubicBezTo>
                <a:cubicBezTo>
                  <a:pt x="4" y="704"/>
                  <a:pt x="1" y="701"/>
                  <a:pt x="1" y="696"/>
                </a:cubicBezTo>
                <a:lnTo>
                  <a:pt x="1" y="584"/>
                </a:lnTo>
                <a:cubicBezTo>
                  <a:pt x="1" y="580"/>
                  <a:pt x="4" y="576"/>
                  <a:pt x="9" y="576"/>
                </a:cubicBezTo>
                <a:cubicBezTo>
                  <a:pt x="13" y="576"/>
                  <a:pt x="17" y="580"/>
                  <a:pt x="17" y="584"/>
                </a:cubicBezTo>
                <a:close/>
                <a:moveTo>
                  <a:pt x="17" y="776"/>
                </a:moveTo>
                <a:lnTo>
                  <a:pt x="17" y="888"/>
                </a:lnTo>
                <a:cubicBezTo>
                  <a:pt x="17" y="893"/>
                  <a:pt x="13" y="896"/>
                  <a:pt x="9" y="896"/>
                </a:cubicBezTo>
                <a:cubicBezTo>
                  <a:pt x="4" y="896"/>
                  <a:pt x="1" y="893"/>
                  <a:pt x="1" y="888"/>
                </a:cubicBezTo>
                <a:lnTo>
                  <a:pt x="1" y="776"/>
                </a:lnTo>
                <a:cubicBezTo>
                  <a:pt x="1" y="772"/>
                  <a:pt x="4" y="768"/>
                  <a:pt x="9" y="768"/>
                </a:cubicBezTo>
                <a:cubicBezTo>
                  <a:pt x="13" y="768"/>
                  <a:pt x="17" y="772"/>
                  <a:pt x="17" y="776"/>
                </a:cubicBezTo>
                <a:close/>
                <a:moveTo>
                  <a:pt x="17" y="968"/>
                </a:moveTo>
                <a:lnTo>
                  <a:pt x="17" y="1080"/>
                </a:lnTo>
                <a:cubicBezTo>
                  <a:pt x="17" y="1085"/>
                  <a:pt x="13" y="1088"/>
                  <a:pt x="9" y="1088"/>
                </a:cubicBezTo>
                <a:cubicBezTo>
                  <a:pt x="4" y="1088"/>
                  <a:pt x="1" y="1085"/>
                  <a:pt x="1" y="1080"/>
                </a:cubicBezTo>
                <a:lnTo>
                  <a:pt x="1" y="968"/>
                </a:lnTo>
                <a:cubicBezTo>
                  <a:pt x="1" y="964"/>
                  <a:pt x="4" y="960"/>
                  <a:pt x="9" y="960"/>
                </a:cubicBezTo>
                <a:cubicBezTo>
                  <a:pt x="13" y="960"/>
                  <a:pt x="17" y="964"/>
                  <a:pt x="17" y="968"/>
                </a:cubicBezTo>
                <a:close/>
                <a:moveTo>
                  <a:pt x="17" y="1160"/>
                </a:moveTo>
                <a:lnTo>
                  <a:pt x="17" y="1272"/>
                </a:lnTo>
                <a:cubicBezTo>
                  <a:pt x="17" y="1277"/>
                  <a:pt x="13" y="1280"/>
                  <a:pt x="9" y="1280"/>
                </a:cubicBezTo>
                <a:cubicBezTo>
                  <a:pt x="4" y="1280"/>
                  <a:pt x="1" y="1277"/>
                  <a:pt x="1" y="1272"/>
                </a:cubicBezTo>
                <a:lnTo>
                  <a:pt x="1" y="1160"/>
                </a:lnTo>
                <a:cubicBezTo>
                  <a:pt x="1" y="1156"/>
                  <a:pt x="4" y="1152"/>
                  <a:pt x="9" y="1152"/>
                </a:cubicBezTo>
                <a:cubicBezTo>
                  <a:pt x="13" y="1152"/>
                  <a:pt x="17" y="1156"/>
                  <a:pt x="17" y="1160"/>
                </a:cubicBezTo>
                <a:close/>
                <a:moveTo>
                  <a:pt x="17" y="1352"/>
                </a:moveTo>
                <a:lnTo>
                  <a:pt x="17" y="1464"/>
                </a:lnTo>
                <a:cubicBezTo>
                  <a:pt x="17" y="1469"/>
                  <a:pt x="13" y="1472"/>
                  <a:pt x="9" y="1472"/>
                </a:cubicBezTo>
                <a:cubicBezTo>
                  <a:pt x="4" y="1472"/>
                  <a:pt x="1" y="1469"/>
                  <a:pt x="1" y="1464"/>
                </a:cubicBezTo>
                <a:lnTo>
                  <a:pt x="1" y="1352"/>
                </a:lnTo>
                <a:cubicBezTo>
                  <a:pt x="1" y="1348"/>
                  <a:pt x="4" y="1344"/>
                  <a:pt x="9" y="1344"/>
                </a:cubicBezTo>
                <a:cubicBezTo>
                  <a:pt x="13" y="1344"/>
                  <a:pt x="17" y="1348"/>
                  <a:pt x="17" y="1352"/>
                </a:cubicBezTo>
                <a:close/>
                <a:moveTo>
                  <a:pt x="17" y="1544"/>
                </a:moveTo>
                <a:lnTo>
                  <a:pt x="17" y="1656"/>
                </a:lnTo>
                <a:cubicBezTo>
                  <a:pt x="17" y="1661"/>
                  <a:pt x="13" y="1664"/>
                  <a:pt x="9" y="1664"/>
                </a:cubicBezTo>
                <a:cubicBezTo>
                  <a:pt x="4" y="1664"/>
                  <a:pt x="1" y="1661"/>
                  <a:pt x="1" y="1656"/>
                </a:cubicBezTo>
                <a:lnTo>
                  <a:pt x="1" y="1544"/>
                </a:lnTo>
                <a:cubicBezTo>
                  <a:pt x="1" y="1540"/>
                  <a:pt x="4" y="1536"/>
                  <a:pt x="9" y="1536"/>
                </a:cubicBezTo>
                <a:cubicBezTo>
                  <a:pt x="13" y="1536"/>
                  <a:pt x="17" y="1540"/>
                  <a:pt x="17" y="1544"/>
                </a:cubicBezTo>
                <a:close/>
                <a:moveTo>
                  <a:pt x="17" y="1736"/>
                </a:moveTo>
                <a:lnTo>
                  <a:pt x="17" y="1848"/>
                </a:lnTo>
                <a:cubicBezTo>
                  <a:pt x="17" y="1853"/>
                  <a:pt x="13" y="1856"/>
                  <a:pt x="9" y="1856"/>
                </a:cubicBezTo>
                <a:cubicBezTo>
                  <a:pt x="4" y="1856"/>
                  <a:pt x="1" y="1853"/>
                  <a:pt x="1" y="1848"/>
                </a:cubicBezTo>
                <a:lnTo>
                  <a:pt x="1" y="1736"/>
                </a:lnTo>
                <a:cubicBezTo>
                  <a:pt x="1" y="1732"/>
                  <a:pt x="4" y="1728"/>
                  <a:pt x="9" y="1728"/>
                </a:cubicBezTo>
                <a:cubicBezTo>
                  <a:pt x="13" y="1728"/>
                  <a:pt x="17" y="1732"/>
                  <a:pt x="17" y="1736"/>
                </a:cubicBezTo>
                <a:close/>
                <a:moveTo>
                  <a:pt x="17" y="1928"/>
                </a:moveTo>
                <a:lnTo>
                  <a:pt x="17" y="2040"/>
                </a:lnTo>
                <a:cubicBezTo>
                  <a:pt x="17" y="2045"/>
                  <a:pt x="13" y="2048"/>
                  <a:pt x="9" y="2048"/>
                </a:cubicBezTo>
                <a:cubicBezTo>
                  <a:pt x="4" y="2048"/>
                  <a:pt x="1" y="2045"/>
                  <a:pt x="1" y="2040"/>
                </a:cubicBezTo>
                <a:lnTo>
                  <a:pt x="1" y="1928"/>
                </a:lnTo>
                <a:cubicBezTo>
                  <a:pt x="1" y="1924"/>
                  <a:pt x="4" y="1920"/>
                  <a:pt x="9" y="1920"/>
                </a:cubicBezTo>
                <a:cubicBezTo>
                  <a:pt x="13" y="1920"/>
                  <a:pt x="17" y="1924"/>
                  <a:pt x="17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3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3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3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3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3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3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3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3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3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3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3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3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3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3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3" y="3584"/>
                  <a:pt x="8" y="3584"/>
                </a:cubicBezTo>
                <a:cubicBezTo>
                  <a:pt x="4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4" y="3456"/>
                  <a:pt x="8" y="3456"/>
                </a:cubicBezTo>
                <a:cubicBezTo>
                  <a:pt x="13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3" y="3776"/>
                  <a:pt x="8" y="3776"/>
                </a:cubicBezTo>
                <a:cubicBezTo>
                  <a:pt x="4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4" y="3648"/>
                  <a:pt x="8" y="3648"/>
                </a:cubicBezTo>
                <a:cubicBezTo>
                  <a:pt x="13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3" y="3968"/>
                  <a:pt x="8" y="3968"/>
                </a:cubicBezTo>
                <a:cubicBezTo>
                  <a:pt x="4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4" y="3840"/>
                  <a:pt x="8" y="3840"/>
                </a:cubicBezTo>
                <a:cubicBezTo>
                  <a:pt x="13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3" y="4160"/>
                  <a:pt x="8" y="4160"/>
                </a:cubicBezTo>
                <a:cubicBezTo>
                  <a:pt x="4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4" y="4032"/>
                  <a:pt x="8" y="4032"/>
                </a:cubicBezTo>
                <a:cubicBezTo>
                  <a:pt x="13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3" y="4352"/>
                  <a:pt x="8" y="4352"/>
                </a:cubicBezTo>
                <a:cubicBezTo>
                  <a:pt x="4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4" y="4224"/>
                  <a:pt x="8" y="4224"/>
                </a:cubicBezTo>
                <a:cubicBezTo>
                  <a:pt x="13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3" y="4544"/>
                  <a:pt x="8" y="4544"/>
                </a:cubicBezTo>
                <a:cubicBezTo>
                  <a:pt x="4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4" y="4416"/>
                  <a:pt x="8" y="4416"/>
                </a:cubicBezTo>
                <a:cubicBezTo>
                  <a:pt x="13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3" y="4736"/>
                  <a:pt x="8" y="4736"/>
                </a:cubicBezTo>
                <a:cubicBezTo>
                  <a:pt x="4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4" y="4608"/>
                  <a:pt x="8" y="4608"/>
                </a:cubicBezTo>
                <a:cubicBezTo>
                  <a:pt x="13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3" y="4928"/>
                  <a:pt x="8" y="4928"/>
                </a:cubicBezTo>
                <a:cubicBezTo>
                  <a:pt x="4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4" y="4800"/>
                  <a:pt x="8" y="4800"/>
                </a:cubicBezTo>
                <a:cubicBezTo>
                  <a:pt x="13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3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3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3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3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3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3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3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3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3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3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3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3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3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3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3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3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3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3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3" y="6848"/>
                  <a:pt x="8" y="6848"/>
                </a:cubicBezTo>
                <a:cubicBezTo>
                  <a:pt x="4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3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3" y="7040"/>
                  <a:pt x="8" y="7040"/>
                </a:cubicBezTo>
                <a:cubicBezTo>
                  <a:pt x="4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4" y="6912"/>
                  <a:pt x="8" y="6912"/>
                </a:cubicBezTo>
                <a:cubicBezTo>
                  <a:pt x="13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3" y="7122"/>
                  <a:pt x="8" y="7122"/>
                </a:cubicBezTo>
                <a:cubicBezTo>
                  <a:pt x="4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4" y="7104"/>
                  <a:pt x="8" y="7104"/>
                </a:cubicBezTo>
                <a:cubicBezTo>
                  <a:pt x="13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Freeform 41"/>
          <p:cNvSpPr>
            <a:spLocks noEditPoints="1"/>
          </p:cNvSpPr>
          <p:nvPr/>
        </p:nvSpPr>
        <p:spPr bwMode="auto">
          <a:xfrm>
            <a:off x="6678613" y="1236663"/>
            <a:ext cx="9525" cy="4370388"/>
          </a:xfrm>
          <a:custGeom>
            <a:avLst/>
            <a:gdLst>
              <a:gd name="T0" fmla="*/ 0 w 16"/>
              <a:gd name="T1" fmla="*/ 8 h 7122"/>
              <a:gd name="T2" fmla="*/ 8 w 16"/>
              <a:gd name="T3" fmla="*/ 320 h 7122"/>
              <a:gd name="T4" fmla="*/ 16 w 16"/>
              <a:gd name="T5" fmla="*/ 392 h 7122"/>
              <a:gd name="T6" fmla="*/ 8 w 16"/>
              <a:gd name="T7" fmla="*/ 384 h 7122"/>
              <a:gd name="T8" fmla="*/ 0 w 16"/>
              <a:gd name="T9" fmla="*/ 696 h 7122"/>
              <a:gd name="T10" fmla="*/ 16 w 16"/>
              <a:gd name="T11" fmla="*/ 888 h 7122"/>
              <a:gd name="T12" fmla="*/ 16 w 16"/>
              <a:gd name="T13" fmla="*/ 776 h 7122"/>
              <a:gd name="T14" fmla="*/ 0 w 16"/>
              <a:gd name="T15" fmla="*/ 968 h 7122"/>
              <a:gd name="T16" fmla="*/ 8 w 16"/>
              <a:gd name="T17" fmla="*/ 1280 h 7122"/>
              <a:gd name="T18" fmla="*/ 16 w 16"/>
              <a:gd name="T19" fmla="*/ 1352 h 7122"/>
              <a:gd name="T20" fmla="*/ 8 w 16"/>
              <a:gd name="T21" fmla="*/ 1344 h 7122"/>
              <a:gd name="T22" fmla="*/ 0 w 16"/>
              <a:gd name="T23" fmla="*/ 1656 h 7122"/>
              <a:gd name="T24" fmla="*/ 16 w 16"/>
              <a:gd name="T25" fmla="*/ 1848 h 7122"/>
              <a:gd name="T26" fmla="*/ 16 w 16"/>
              <a:gd name="T27" fmla="*/ 1736 h 7122"/>
              <a:gd name="T28" fmla="*/ 0 w 16"/>
              <a:gd name="T29" fmla="*/ 1928 h 7122"/>
              <a:gd name="T30" fmla="*/ 8 w 16"/>
              <a:gd name="T31" fmla="*/ 2240 h 7122"/>
              <a:gd name="T32" fmla="*/ 16 w 16"/>
              <a:gd name="T33" fmla="*/ 2312 h 7122"/>
              <a:gd name="T34" fmla="*/ 8 w 16"/>
              <a:gd name="T35" fmla="*/ 2304 h 7122"/>
              <a:gd name="T36" fmla="*/ 0 w 16"/>
              <a:gd name="T37" fmla="*/ 2616 h 7122"/>
              <a:gd name="T38" fmla="*/ 16 w 16"/>
              <a:gd name="T39" fmla="*/ 2808 h 7122"/>
              <a:gd name="T40" fmla="*/ 16 w 16"/>
              <a:gd name="T41" fmla="*/ 2696 h 7122"/>
              <a:gd name="T42" fmla="*/ 0 w 16"/>
              <a:gd name="T43" fmla="*/ 2888 h 7122"/>
              <a:gd name="T44" fmla="*/ 8 w 16"/>
              <a:gd name="T45" fmla="*/ 3200 h 7122"/>
              <a:gd name="T46" fmla="*/ 16 w 16"/>
              <a:gd name="T47" fmla="*/ 3272 h 7122"/>
              <a:gd name="T48" fmla="*/ 8 w 16"/>
              <a:gd name="T49" fmla="*/ 3264 h 7122"/>
              <a:gd name="T50" fmla="*/ 0 w 16"/>
              <a:gd name="T51" fmla="*/ 3576 h 7122"/>
              <a:gd name="T52" fmla="*/ 16 w 16"/>
              <a:gd name="T53" fmla="*/ 3768 h 7122"/>
              <a:gd name="T54" fmla="*/ 16 w 16"/>
              <a:gd name="T55" fmla="*/ 3656 h 7122"/>
              <a:gd name="T56" fmla="*/ 0 w 16"/>
              <a:gd name="T57" fmla="*/ 3848 h 7122"/>
              <a:gd name="T58" fmla="*/ 8 w 16"/>
              <a:gd name="T59" fmla="*/ 4160 h 7122"/>
              <a:gd name="T60" fmla="*/ 16 w 16"/>
              <a:gd name="T61" fmla="*/ 4232 h 7122"/>
              <a:gd name="T62" fmla="*/ 8 w 16"/>
              <a:gd name="T63" fmla="*/ 4224 h 7122"/>
              <a:gd name="T64" fmla="*/ 0 w 16"/>
              <a:gd name="T65" fmla="*/ 4536 h 7122"/>
              <a:gd name="T66" fmla="*/ 16 w 16"/>
              <a:gd name="T67" fmla="*/ 4728 h 7122"/>
              <a:gd name="T68" fmla="*/ 16 w 16"/>
              <a:gd name="T69" fmla="*/ 4616 h 7122"/>
              <a:gd name="T70" fmla="*/ 0 w 16"/>
              <a:gd name="T71" fmla="*/ 4808 h 7122"/>
              <a:gd name="T72" fmla="*/ 8 w 16"/>
              <a:gd name="T73" fmla="*/ 5120 h 7122"/>
              <a:gd name="T74" fmla="*/ 16 w 16"/>
              <a:gd name="T75" fmla="*/ 5192 h 7122"/>
              <a:gd name="T76" fmla="*/ 8 w 16"/>
              <a:gd name="T77" fmla="*/ 5184 h 7122"/>
              <a:gd name="T78" fmla="*/ 0 w 16"/>
              <a:gd name="T79" fmla="*/ 5496 h 7122"/>
              <a:gd name="T80" fmla="*/ 16 w 16"/>
              <a:gd name="T81" fmla="*/ 5688 h 7122"/>
              <a:gd name="T82" fmla="*/ 16 w 16"/>
              <a:gd name="T83" fmla="*/ 5576 h 7122"/>
              <a:gd name="T84" fmla="*/ 0 w 16"/>
              <a:gd name="T85" fmla="*/ 5768 h 7122"/>
              <a:gd name="T86" fmla="*/ 8 w 16"/>
              <a:gd name="T87" fmla="*/ 6080 h 7122"/>
              <a:gd name="T88" fmla="*/ 16 w 16"/>
              <a:gd name="T89" fmla="*/ 6152 h 7122"/>
              <a:gd name="T90" fmla="*/ 8 w 16"/>
              <a:gd name="T91" fmla="*/ 6144 h 7122"/>
              <a:gd name="T92" fmla="*/ 0 w 16"/>
              <a:gd name="T93" fmla="*/ 6456 h 7122"/>
              <a:gd name="T94" fmla="*/ 16 w 16"/>
              <a:gd name="T95" fmla="*/ 6648 h 7122"/>
              <a:gd name="T96" fmla="*/ 16 w 16"/>
              <a:gd name="T97" fmla="*/ 6536 h 7122"/>
              <a:gd name="T98" fmla="*/ 0 w 16"/>
              <a:gd name="T99" fmla="*/ 6728 h 7122"/>
              <a:gd name="T100" fmla="*/ 8 w 16"/>
              <a:gd name="T101" fmla="*/ 7040 h 7122"/>
              <a:gd name="T102" fmla="*/ 16 w 16"/>
              <a:gd name="T103" fmla="*/ 7112 h 7122"/>
              <a:gd name="T104" fmla="*/ 8 w 16"/>
              <a:gd name="T105" fmla="*/ 7104 h 7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6" h="7122">
                <a:moveTo>
                  <a:pt x="16" y="8"/>
                </a:moveTo>
                <a:lnTo>
                  <a:pt x="16" y="120"/>
                </a:lnTo>
                <a:cubicBezTo>
                  <a:pt x="16" y="125"/>
                  <a:pt x="13" y="128"/>
                  <a:pt x="8" y="128"/>
                </a:cubicBezTo>
                <a:cubicBezTo>
                  <a:pt x="4" y="128"/>
                  <a:pt x="0" y="125"/>
                  <a:pt x="0" y="120"/>
                </a:cubicBezTo>
                <a:lnTo>
                  <a:pt x="0" y="8"/>
                </a:lnTo>
                <a:cubicBezTo>
                  <a:pt x="0" y="4"/>
                  <a:pt x="4" y="0"/>
                  <a:pt x="8" y="0"/>
                </a:cubicBezTo>
                <a:cubicBezTo>
                  <a:pt x="13" y="0"/>
                  <a:pt x="16" y="4"/>
                  <a:pt x="16" y="8"/>
                </a:cubicBezTo>
                <a:close/>
                <a:moveTo>
                  <a:pt x="16" y="200"/>
                </a:moveTo>
                <a:lnTo>
                  <a:pt x="16" y="312"/>
                </a:lnTo>
                <a:cubicBezTo>
                  <a:pt x="16" y="317"/>
                  <a:pt x="13" y="320"/>
                  <a:pt x="8" y="320"/>
                </a:cubicBezTo>
                <a:cubicBezTo>
                  <a:pt x="4" y="320"/>
                  <a:pt x="0" y="317"/>
                  <a:pt x="0" y="312"/>
                </a:cubicBezTo>
                <a:lnTo>
                  <a:pt x="0" y="200"/>
                </a:lnTo>
                <a:cubicBezTo>
                  <a:pt x="0" y="196"/>
                  <a:pt x="4" y="192"/>
                  <a:pt x="8" y="192"/>
                </a:cubicBezTo>
                <a:cubicBezTo>
                  <a:pt x="13" y="192"/>
                  <a:pt x="16" y="196"/>
                  <a:pt x="16" y="200"/>
                </a:cubicBezTo>
                <a:close/>
                <a:moveTo>
                  <a:pt x="16" y="392"/>
                </a:moveTo>
                <a:lnTo>
                  <a:pt x="16" y="504"/>
                </a:lnTo>
                <a:cubicBezTo>
                  <a:pt x="16" y="509"/>
                  <a:pt x="13" y="512"/>
                  <a:pt x="8" y="512"/>
                </a:cubicBezTo>
                <a:cubicBezTo>
                  <a:pt x="4" y="512"/>
                  <a:pt x="0" y="509"/>
                  <a:pt x="0" y="504"/>
                </a:cubicBezTo>
                <a:lnTo>
                  <a:pt x="0" y="392"/>
                </a:lnTo>
                <a:cubicBezTo>
                  <a:pt x="0" y="388"/>
                  <a:pt x="4" y="384"/>
                  <a:pt x="8" y="384"/>
                </a:cubicBezTo>
                <a:cubicBezTo>
                  <a:pt x="13" y="384"/>
                  <a:pt x="16" y="388"/>
                  <a:pt x="16" y="392"/>
                </a:cubicBezTo>
                <a:close/>
                <a:moveTo>
                  <a:pt x="16" y="584"/>
                </a:moveTo>
                <a:lnTo>
                  <a:pt x="16" y="696"/>
                </a:lnTo>
                <a:cubicBezTo>
                  <a:pt x="16" y="701"/>
                  <a:pt x="13" y="704"/>
                  <a:pt x="8" y="704"/>
                </a:cubicBezTo>
                <a:cubicBezTo>
                  <a:pt x="4" y="704"/>
                  <a:pt x="0" y="701"/>
                  <a:pt x="0" y="696"/>
                </a:cubicBezTo>
                <a:lnTo>
                  <a:pt x="0" y="584"/>
                </a:lnTo>
                <a:cubicBezTo>
                  <a:pt x="0" y="580"/>
                  <a:pt x="4" y="576"/>
                  <a:pt x="8" y="576"/>
                </a:cubicBezTo>
                <a:cubicBezTo>
                  <a:pt x="13" y="576"/>
                  <a:pt x="16" y="580"/>
                  <a:pt x="16" y="584"/>
                </a:cubicBezTo>
                <a:close/>
                <a:moveTo>
                  <a:pt x="16" y="776"/>
                </a:moveTo>
                <a:lnTo>
                  <a:pt x="16" y="888"/>
                </a:lnTo>
                <a:cubicBezTo>
                  <a:pt x="16" y="893"/>
                  <a:pt x="13" y="896"/>
                  <a:pt x="8" y="896"/>
                </a:cubicBezTo>
                <a:cubicBezTo>
                  <a:pt x="4" y="896"/>
                  <a:pt x="0" y="893"/>
                  <a:pt x="0" y="888"/>
                </a:cubicBezTo>
                <a:lnTo>
                  <a:pt x="0" y="776"/>
                </a:lnTo>
                <a:cubicBezTo>
                  <a:pt x="0" y="772"/>
                  <a:pt x="4" y="768"/>
                  <a:pt x="8" y="768"/>
                </a:cubicBezTo>
                <a:cubicBezTo>
                  <a:pt x="13" y="768"/>
                  <a:pt x="16" y="772"/>
                  <a:pt x="16" y="776"/>
                </a:cubicBezTo>
                <a:close/>
                <a:moveTo>
                  <a:pt x="16" y="968"/>
                </a:moveTo>
                <a:lnTo>
                  <a:pt x="16" y="1080"/>
                </a:lnTo>
                <a:cubicBezTo>
                  <a:pt x="16" y="1085"/>
                  <a:pt x="13" y="1088"/>
                  <a:pt x="8" y="1088"/>
                </a:cubicBezTo>
                <a:cubicBezTo>
                  <a:pt x="4" y="1088"/>
                  <a:pt x="0" y="1085"/>
                  <a:pt x="0" y="1080"/>
                </a:cubicBezTo>
                <a:lnTo>
                  <a:pt x="0" y="968"/>
                </a:lnTo>
                <a:cubicBezTo>
                  <a:pt x="0" y="964"/>
                  <a:pt x="4" y="960"/>
                  <a:pt x="8" y="960"/>
                </a:cubicBezTo>
                <a:cubicBezTo>
                  <a:pt x="13" y="960"/>
                  <a:pt x="16" y="964"/>
                  <a:pt x="16" y="968"/>
                </a:cubicBezTo>
                <a:close/>
                <a:moveTo>
                  <a:pt x="16" y="1160"/>
                </a:moveTo>
                <a:lnTo>
                  <a:pt x="16" y="1272"/>
                </a:lnTo>
                <a:cubicBezTo>
                  <a:pt x="16" y="1277"/>
                  <a:pt x="13" y="1280"/>
                  <a:pt x="8" y="1280"/>
                </a:cubicBezTo>
                <a:cubicBezTo>
                  <a:pt x="4" y="1280"/>
                  <a:pt x="0" y="1277"/>
                  <a:pt x="0" y="1272"/>
                </a:cubicBezTo>
                <a:lnTo>
                  <a:pt x="0" y="1160"/>
                </a:lnTo>
                <a:cubicBezTo>
                  <a:pt x="0" y="1156"/>
                  <a:pt x="4" y="1152"/>
                  <a:pt x="8" y="1152"/>
                </a:cubicBezTo>
                <a:cubicBezTo>
                  <a:pt x="13" y="1152"/>
                  <a:pt x="16" y="1156"/>
                  <a:pt x="16" y="1160"/>
                </a:cubicBezTo>
                <a:close/>
                <a:moveTo>
                  <a:pt x="16" y="1352"/>
                </a:moveTo>
                <a:lnTo>
                  <a:pt x="16" y="1464"/>
                </a:lnTo>
                <a:cubicBezTo>
                  <a:pt x="16" y="1469"/>
                  <a:pt x="13" y="1472"/>
                  <a:pt x="8" y="1472"/>
                </a:cubicBezTo>
                <a:cubicBezTo>
                  <a:pt x="4" y="1472"/>
                  <a:pt x="0" y="1469"/>
                  <a:pt x="0" y="1464"/>
                </a:cubicBezTo>
                <a:lnTo>
                  <a:pt x="0" y="1352"/>
                </a:lnTo>
                <a:cubicBezTo>
                  <a:pt x="0" y="1348"/>
                  <a:pt x="4" y="1344"/>
                  <a:pt x="8" y="1344"/>
                </a:cubicBezTo>
                <a:cubicBezTo>
                  <a:pt x="13" y="1344"/>
                  <a:pt x="16" y="1348"/>
                  <a:pt x="16" y="1352"/>
                </a:cubicBezTo>
                <a:close/>
                <a:moveTo>
                  <a:pt x="16" y="1544"/>
                </a:moveTo>
                <a:lnTo>
                  <a:pt x="16" y="1656"/>
                </a:lnTo>
                <a:cubicBezTo>
                  <a:pt x="16" y="1661"/>
                  <a:pt x="13" y="1664"/>
                  <a:pt x="8" y="1664"/>
                </a:cubicBezTo>
                <a:cubicBezTo>
                  <a:pt x="4" y="1664"/>
                  <a:pt x="0" y="1661"/>
                  <a:pt x="0" y="1656"/>
                </a:cubicBezTo>
                <a:lnTo>
                  <a:pt x="0" y="1544"/>
                </a:lnTo>
                <a:cubicBezTo>
                  <a:pt x="0" y="1540"/>
                  <a:pt x="4" y="1536"/>
                  <a:pt x="8" y="1536"/>
                </a:cubicBezTo>
                <a:cubicBezTo>
                  <a:pt x="13" y="1536"/>
                  <a:pt x="16" y="1540"/>
                  <a:pt x="16" y="1544"/>
                </a:cubicBezTo>
                <a:close/>
                <a:moveTo>
                  <a:pt x="16" y="1736"/>
                </a:moveTo>
                <a:lnTo>
                  <a:pt x="16" y="1848"/>
                </a:lnTo>
                <a:cubicBezTo>
                  <a:pt x="16" y="1853"/>
                  <a:pt x="13" y="1856"/>
                  <a:pt x="8" y="1856"/>
                </a:cubicBezTo>
                <a:cubicBezTo>
                  <a:pt x="4" y="1856"/>
                  <a:pt x="0" y="1853"/>
                  <a:pt x="0" y="1848"/>
                </a:cubicBezTo>
                <a:lnTo>
                  <a:pt x="0" y="1736"/>
                </a:lnTo>
                <a:cubicBezTo>
                  <a:pt x="0" y="1732"/>
                  <a:pt x="4" y="1728"/>
                  <a:pt x="8" y="1728"/>
                </a:cubicBezTo>
                <a:cubicBezTo>
                  <a:pt x="13" y="1728"/>
                  <a:pt x="16" y="1732"/>
                  <a:pt x="16" y="1736"/>
                </a:cubicBezTo>
                <a:close/>
                <a:moveTo>
                  <a:pt x="16" y="1928"/>
                </a:moveTo>
                <a:lnTo>
                  <a:pt x="16" y="2040"/>
                </a:lnTo>
                <a:cubicBezTo>
                  <a:pt x="16" y="2045"/>
                  <a:pt x="13" y="2048"/>
                  <a:pt x="8" y="2048"/>
                </a:cubicBezTo>
                <a:cubicBezTo>
                  <a:pt x="4" y="2048"/>
                  <a:pt x="0" y="2045"/>
                  <a:pt x="0" y="2040"/>
                </a:cubicBezTo>
                <a:lnTo>
                  <a:pt x="0" y="1928"/>
                </a:lnTo>
                <a:cubicBezTo>
                  <a:pt x="0" y="1924"/>
                  <a:pt x="4" y="1920"/>
                  <a:pt x="8" y="1920"/>
                </a:cubicBezTo>
                <a:cubicBezTo>
                  <a:pt x="13" y="1920"/>
                  <a:pt x="16" y="1924"/>
                  <a:pt x="16" y="1928"/>
                </a:cubicBezTo>
                <a:close/>
                <a:moveTo>
                  <a:pt x="16" y="2120"/>
                </a:moveTo>
                <a:lnTo>
                  <a:pt x="16" y="2232"/>
                </a:lnTo>
                <a:cubicBezTo>
                  <a:pt x="16" y="2237"/>
                  <a:pt x="13" y="2240"/>
                  <a:pt x="8" y="2240"/>
                </a:cubicBezTo>
                <a:cubicBezTo>
                  <a:pt x="4" y="2240"/>
                  <a:pt x="0" y="2237"/>
                  <a:pt x="0" y="2232"/>
                </a:cubicBezTo>
                <a:lnTo>
                  <a:pt x="0" y="2120"/>
                </a:lnTo>
                <a:cubicBezTo>
                  <a:pt x="0" y="2116"/>
                  <a:pt x="4" y="2112"/>
                  <a:pt x="8" y="2112"/>
                </a:cubicBezTo>
                <a:cubicBezTo>
                  <a:pt x="13" y="2112"/>
                  <a:pt x="16" y="2116"/>
                  <a:pt x="16" y="2120"/>
                </a:cubicBezTo>
                <a:close/>
                <a:moveTo>
                  <a:pt x="16" y="2312"/>
                </a:moveTo>
                <a:lnTo>
                  <a:pt x="16" y="2424"/>
                </a:lnTo>
                <a:cubicBezTo>
                  <a:pt x="16" y="2429"/>
                  <a:pt x="13" y="2432"/>
                  <a:pt x="8" y="2432"/>
                </a:cubicBezTo>
                <a:cubicBezTo>
                  <a:pt x="4" y="2432"/>
                  <a:pt x="0" y="2429"/>
                  <a:pt x="0" y="2424"/>
                </a:cubicBezTo>
                <a:lnTo>
                  <a:pt x="0" y="2312"/>
                </a:lnTo>
                <a:cubicBezTo>
                  <a:pt x="0" y="2308"/>
                  <a:pt x="4" y="2304"/>
                  <a:pt x="8" y="2304"/>
                </a:cubicBezTo>
                <a:cubicBezTo>
                  <a:pt x="13" y="2304"/>
                  <a:pt x="16" y="2308"/>
                  <a:pt x="16" y="2312"/>
                </a:cubicBezTo>
                <a:close/>
                <a:moveTo>
                  <a:pt x="16" y="2504"/>
                </a:moveTo>
                <a:lnTo>
                  <a:pt x="16" y="2616"/>
                </a:lnTo>
                <a:cubicBezTo>
                  <a:pt x="16" y="2621"/>
                  <a:pt x="13" y="2624"/>
                  <a:pt x="8" y="2624"/>
                </a:cubicBezTo>
                <a:cubicBezTo>
                  <a:pt x="4" y="2624"/>
                  <a:pt x="0" y="2621"/>
                  <a:pt x="0" y="2616"/>
                </a:cubicBezTo>
                <a:lnTo>
                  <a:pt x="0" y="2504"/>
                </a:lnTo>
                <a:cubicBezTo>
                  <a:pt x="0" y="2500"/>
                  <a:pt x="4" y="2496"/>
                  <a:pt x="8" y="2496"/>
                </a:cubicBezTo>
                <a:cubicBezTo>
                  <a:pt x="13" y="2496"/>
                  <a:pt x="16" y="2500"/>
                  <a:pt x="16" y="2504"/>
                </a:cubicBezTo>
                <a:close/>
                <a:moveTo>
                  <a:pt x="16" y="2696"/>
                </a:moveTo>
                <a:lnTo>
                  <a:pt x="16" y="2808"/>
                </a:lnTo>
                <a:cubicBezTo>
                  <a:pt x="16" y="2813"/>
                  <a:pt x="13" y="2816"/>
                  <a:pt x="8" y="2816"/>
                </a:cubicBezTo>
                <a:cubicBezTo>
                  <a:pt x="4" y="2816"/>
                  <a:pt x="0" y="2813"/>
                  <a:pt x="0" y="2808"/>
                </a:cubicBezTo>
                <a:lnTo>
                  <a:pt x="0" y="2696"/>
                </a:lnTo>
                <a:cubicBezTo>
                  <a:pt x="0" y="2692"/>
                  <a:pt x="4" y="2688"/>
                  <a:pt x="8" y="2688"/>
                </a:cubicBezTo>
                <a:cubicBezTo>
                  <a:pt x="13" y="2688"/>
                  <a:pt x="16" y="2692"/>
                  <a:pt x="16" y="2696"/>
                </a:cubicBezTo>
                <a:close/>
                <a:moveTo>
                  <a:pt x="16" y="2888"/>
                </a:moveTo>
                <a:lnTo>
                  <a:pt x="16" y="3000"/>
                </a:lnTo>
                <a:cubicBezTo>
                  <a:pt x="16" y="3005"/>
                  <a:pt x="13" y="3008"/>
                  <a:pt x="8" y="3008"/>
                </a:cubicBezTo>
                <a:cubicBezTo>
                  <a:pt x="4" y="3008"/>
                  <a:pt x="0" y="3005"/>
                  <a:pt x="0" y="3000"/>
                </a:cubicBezTo>
                <a:lnTo>
                  <a:pt x="0" y="2888"/>
                </a:lnTo>
                <a:cubicBezTo>
                  <a:pt x="0" y="2884"/>
                  <a:pt x="4" y="2880"/>
                  <a:pt x="8" y="2880"/>
                </a:cubicBezTo>
                <a:cubicBezTo>
                  <a:pt x="13" y="2880"/>
                  <a:pt x="16" y="2884"/>
                  <a:pt x="16" y="2888"/>
                </a:cubicBezTo>
                <a:close/>
                <a:moveTo>
                  <a:pt x="16" y="3080"/>
                </a:moveTo>
                <a:lnTo>
                  <a:pt x="16" y="3192"/>
                </a:lnTo>
                <a:cubicBezTo>
                  <a:pt x="16" y="3197"/>
                  <a:pt x="13" y="3200"/>
                  <a:pt x="8" y="3200"/>
                </a:cubicBezTo>
                <a:cubicBezTo>
                  <a:pt x="4" y="3200"/>
                  <a:pt x="0" y="3197"/>
                  <a:pt x="0" y="3192"/>
                </a:cubicBezTo>
                <a:lnTo>
                  <a:pt x="0" y="3080"/>
                </a:lnTo>
                <a:cubicBezTo>
                  <a:pt x="0" y="3076"/>
                  <a:pt x="4" y="3072"/>
                  <a:pt x="8" y="3072"/>
                </a:cubicBezTo>
                <a:cubicBezTo>
                  <a:pt x="13" y="3072"/>
                  <a:pt x="16" y="3076"/>
                  <a:pt x="16" y="3080"/>
                </a:cubicBezTo>
                <a:close/>
                <a:moveTo>
                  <a:pt x="16" y="3272"/>
                </a:moveTo>
                <a:lnTo>
                  <a:pt x="16" y="3384"/>
                </a:lnTo>
                <a:cubicBezTo>
                  <a:pt x="16" y="3389"/>
                  <a:pt x="13" y="3392"/>
                  <a:pt x="8" y="3392"/>
                </a:cubicBezTo>
                <a:cubicBezTo>
                  <a:pt x="4" y="3392"/>
                  <a:pt x="0" y="3389"/>
                  <a:pt x="0" y="3384"/>
                </a:cubicBezTo>
                <a:lnTo>
                  <a:pt x="0" y="3272"/>
                </a:lnTo>
                <a:cubicBezTo>
                  <a:pt x="0" y="3268"/>
                  <a:pt x="4" y="3264"/>
                  <a:pt x="8" y="3264"/>
                </a:cubicBezTo>
                <a:cubicBezTo>
                  <a:pt x="13" y="3264"/>
                  <a:pt x="16" y="3268"/>
                  <a:pt x="16" y="3272"/>
                </a:cubicBezTo>
                <a:close/>
                <a:moveTo>
                  <a:pt x="16" y="3464"/>
                </a:moveTo>
                <a:lnTo>
                  <a:pt x="16" y="3576"/>
                </a:lnTo>
                <a:cubicBezTo>
                  <a:pt x="16" y="3581"/>
                  <a:pt x="12" y="3584"/>
                  <a:pt x="8" y="3584"/>
                </a:cubicBezTo>
                <a:cubicBezTo>
                  <a:pt x="4" y="3584"/>
                  <a:pt x="0" y="3581"/>
                  <a:pt x="0" y="3576"/>
                </a:cubicBezTo>
                <a:lnTo>
                  <a:pt x="0" y="3464"/>
                </a:lnTo>
                <a:cubicBezTo>
                  <a:pt x="0" y="3460"/>
                  <a:pt x="4" y="3456"/>
                  <a:pt x="8" y="3456"/>
                </a:cubicBezTo>
                <a:cubicBezTo>
                  <a:pt x="13" y="3456"/>
                  <a:pt x="16" y="3460"/>
                  <a:pt x="16" y="3464"/>
                </a:cubicBezTo>
                <a:close/>
                <a:moveTo>
                  <a:pt x="16" y="3656"/>
                </a:moveTo>
                <a:lnTo>
                  <a:pt x="16" y="3768"/>
                </a:lnTo>
                <a:cubicBezTo>
                  <a:pt x="16" y="3773"/>
                  <a:pt x="12" y="3776"/>
                  <a:pt x="8" y="3776"/>
                </a:cubicBezTo>
                <a:cubicBezTo>
                  <a:pt x="4" y="3776"/>
                  <a:pt x="0" y="3773"/>
                  <a:pt x="0" y="3768"/>
                </a:cubicBezTo>
                <a:lnTo>
                  <a:pt x="0" y="3656"/>
                </a:lnTo>
                <a:cubicBezTo>
                  <a:pt x="0" y="3652"/>
                  <a:pt x="4" y="3648"/>
                  <a:pt x="8" y="3648"/>
                </a:cubicBezTo>
                <a:cubicBezTo>
                  <a:pt x="12" y="3648"/>
                  <a:pt x="16" y="3652"/>
                  <a:pt x="16" y="3656"/>
                </a:cubicBezTo>
                <a:close/>
                <a:moveTo>
                  <a:pt x="16" y="3848"/>
                </a:moveTo>
                <a:lnTo>
                  <a:pt x="16" y="3960"/>
                </a:lnTo>
                <a:cubicBezTo>
                  <a:pt x="16" y="3965"/>
                  <a:pt x="12" y="3968"/>
                  <a:pt x="8" y="3968"/>
                </a:cubicBezTo>
                <a:cubicBezTo>
                  <a:pt x="4" y="3968"/>
                  <a:pt x="0" y="3965"/>
                  <a:pt x="0" y="3960"/>
                </a:cubicBezTo>
                <a:lnTo>
                  <a:pt x="0" y="3848"/>
                </a:lnTo>
                <a:cubicBezTo>
                  <a:pt x="0" y="3844"/>
                  <a:pt x="4" y="3840"/>
                  <a:pt x="8" y="3840"/>
                </a:cubicBezTo>
                <a:cubicBezTo>
                  <a:pt x="12" y="3840"/>
                  <a:pt x="16" y="3844"/>
                  <a:pt x="16" y="3848"/>
                </a:cubicBezTo>
                <a:close/>
                <a:moveTo>
                  <a:pt x="16" y="4040"/>
                </a:moveTo>
                <a:lnTo>
                  <a:pt x="16" y="4152"/>
                </a:lnTo>
                <a:cubicBezTo>
                  <a:pt x="16" y="4157"/>
                  <a:pt x="12" y="4160"/>
                  <a:pt x="8" y="4160"/>
                </a:cubicBezTo>
                <a:cubicBezTo>
                  <a:pt x="4" y="4160"/>
                  <a:pt x="0" y="4157"/>
                  <a:pt x="0" y="4152"/>
                </a:cubicBezTo>
                <a:lnTo>
                  <a:pt x="0" y="4040"/>
                </a:lnTo>
                <a:cubicBezTo>
                  <a:pt x="0" y="4036"/>
                  <a:pt x="4" y="4032"/>
                  <a:pt x="8" y="4032"/>
                </a:cubicBezTo>
                <a:cubicBezTo>
                  <a:pt x="12" y="4032"/>
                  <a:pt x="16" y="4036"/>
                  <a:pt x="16" y="4040"/>
                </a:cubicBezTo>
                <a:close/>
                <a:moveTo>
                  <a:pt x="16" y="4232"/>
                </a:moveTo>
                <a:lnTo>
                  <a:pt x="16" y="4344"/>
                </a:lnTo>
                <a:cubicBezTo>
                  <a:pt x="16" y="4349"/>
                  <a:pt x="12" y="4352"/>
                  <a:pt x="8" y="4352"/>
                </a:cubicBezTo>
                <a:cubicBezTo>
                  <a:pt x="4" y="4352"/>
                  <a:pt x="0" y="4349"/>
                  <a:pt x="0" y="4344"/>
                </a:cubicBezTo>
                <a:lnTo>
                  <a:pt x="0" y="4232"/>
                </a:lnTo>
                <a:cubicBezTo>
                  <a:pt x="0" y="4228"/>
                  <a:pt x="4" y="4224"/>
                  <a:pt x="8" y="4224"/>
                </a:cubicBezTo>
                <a:cubicBezTo>
                  <a:pt x="12" y="4224"/>
                  <a:pt x="16" y="4228"/>
                  <a:pt x="16" y="4232"/>
                </a:cubicBezTo>
                <a:close/>
                <a:moveTo>
                  <a:pt x="16" y="4424"/>
                </a:moveTo>
                <a:lnTo>
                  <a:pt x="16" y="4536"/>
                </a:lnTo>
                <a:cubicBezTo>
                  <a:pt x="16" y="4541"/>
                  <a:pt x="12" y="4544"/>
                  <a:pt x="8" y="4544"/>
                </a:cubicBezTo>
                <a:cubicBezTo>
                  <a:pt x="4" y="4544"/>
                  <a:pt x="0" y="4541"/>
                  <a:pt x="0" y="4536"/>
                </a:cubicBezTo>
                <a:lnTo>
                  <a:pt x="0" y="4424"/>
                </a:lnTo>
                <a:cubicBezTo>
                  <a:pt x="0" y="4420"/>
                  <a:pt x="4" y="4416"/>
                  <a:pt x="8" y="4416"/>
                </a:cubicBezTo>
                <a:cubicBezTo>
                  <a:pt x="12" y="4416"/>
                  <a:pt x="16" y="4420"/>
                  <a:pt x="16" y="4424"/>
                </a:cubicBezTo>
                <a:close/>
                <a:moveTo>
                  <a:pt x="16" y="4616"/>
                </a:moveTo>
                <a:lnTo>
                  <a:pt x="16" y="4728"/>
                </a:lnTo>
                <a:cubicBezTo>
                  <a:pt x="16" y="4733"/>
                  <a:pt x="12" y="4736"/>
                  <a:pt x="8" y="4736"/>
                </a:cubicBezTo>
                <a:cubicBezTo>
                  <a:pt x="4" y="4736"/>
                  <a:pt x="0" y="4733"/>
                  <a:pt x="0" y="4728"/>
                </a:cubicBezTo>
                <a:lnTo>
                  <a:pt x="0" y="4616"/>
                </a:lnTo>
                <a:cubicBezTo>
                  <a:pt x="0" y="4612"/>
                  <a:pt x="4" y="4608"/>
                  <a:pt x="8" y="4608"/>
                </a:cubicBezTo>
                <a:cubicBezTo>
                  <a:pt x="12" y="4608"/>
                  <a:pt x="16" y="4612"/>
                  <a:pt x="16" y="4616"/>
                </a:cubicBezTo>
                <a:close/>
                <a:moveTo>
                  <a:pt x="16" y="4808"/>
                </a:moveTo>
                <a:lnTo>
                  <a:pt x="16" y="4920"/>
                </a:lnTo>
                <a:cubicBezTo>
                  <a:pt x="16" y="4925"/>
                  <a:pt x="12" y="4928"/>
                  <a:pt x="8" y="4928"/>
                </a:cubicBezTo>
                <a:cubicBezTo>
                  <a:pt x="4" y="4928"/>
                  <a:pt x="0" y="4925"/>
                  <a:pt x="0" y="4920"/>
                </a:cubicBezTo>
                <a:lnTo>
                  <a:pt x="0" y="4808"/>
                </a:lnTo>
                <a:cubicBezTo>
                  <a:pt x="0" y="4804"/>
                  <a:pt x="4" y="4800"/>
                  <a:pt x="8" y="4800"/>
                </a:cubicBezTo>
                <a:cubicBezTo>
                  <a:pt x="12" y="4800"/>
                  <a:pt x="16" y="4804"/>
                  <a:pt x="16" y="4808"/>
                </a:cubicBezTo>
                <a:close/>
                <a:moveTo>
                  <a:pt x="16" y="5000"/>
                </a:moveTo>
                <a:lnTo>
                  <a:pt x="16" y="5112"/>
                </a:lnTo>
                <a:cubicBezTo>
                  <a:pt x="16" y="5117"/>
                  <a:pt x="12" y="5120"/>
                  <a:pt x="8" y="5120"/>
                </a:cubicBezTo>
                <a:cubicBezTo>
                  <a:pt x="4" y="5120"/>
                  <a:pt x="0" y="5117"/>
                  <a:pt x="0" y="5112"/>
                </a:cubicBezTo>
                <a:lnTo>
                  <a:pt x="0" y="5000"/>
                </a:lnTo>
                <a:cubicBezTo>
                  <a:pt x="0" y="4996"/>
                  <a:pt x="4" y="4992"/>
                  <a:pt x="8" y="4992"/>
                </a:cubicBezTo>
                <a:cubicBezTo>
                  <a:pt x="12" y="4992"/>
                  <a:pt x="16" y="4996"/>
                  <a:pt x="16" y="5000"/>
                </a:cubicBezTo>
                <a:close/>
                <a:moveTo>
                  <a:pt x="16" y="5192"/>
                </a:moveTo>
                <a:lnTo>
                  <a:pt x="16" y="5304"/>
                </a:lnTo>
                <a:cubicBezTo>
                  <a:pt x="16" y="5309"/>
                  <a:pt x="12" y="5312"/>
                  <a:pt x="8" y="5312"/>
                </a:cubicBezTo>
                <a:cubicBezTo>
                  <a:pt x="4" y="5312"/>
                  <a:pt x="0" y="5309"/>
                  <a:pt x="0" y="5304"/>
                </a:cubicBezTo>
                <a:lnTo>
                  <a:pt x="0" y="5192"/>
                </a:lnTo>
                <a:cubicBezTo>
                  <a:pt x="0" y="5188"/>
                  <a:pt x="4" y="5184"/>
                  <a:pt x="8" y="5184"/>
                </a:cubicBezTo>
                <a:cubicBezTo>
                  <a:pt x="12" y="5184"/>
                  <a:pt x="16" y="5188"/>
                  <a:pt x="16" y="5192"/>
                </a:cubicBezTo>
                <a:close/>
                <a:moveTo>
                  <a:pt x="16" y="5384"/>
                </a:moveTo>
                <a:lnTo>
                  <a:pt x="16" y="5496"/>
                </a:lnTo>
                <a:cubicBezTo>
                  <a:pt x="16" y="5501"/>
                  <a:pt x="12" y="5504"/>
                  <a:pt x="8" y="5504"/>
                </a:cubicBezTo>
                <a:cubicBezTo>
                  <a:pt x="4" y="5504"/>
                  <a:pt x="0" y="5501"/>
                  <a:pt x="0" y="5496"/>
                </a:cubicBezTo>
                <a:lnTo>
                  <a:pt x="0" y="5384"/>
                </a:lnTo>
                <a:cubicBezTo>
                  <a:pt x="0" y="5380"/>
                  <a:pt x="4" y="5376"/>
                  <a:pt x="8" y="5376"/>
                </a:cubicBezTo>
                <a:cubicBezTo>
                  <a:pt x="12" y="5376"/>
                  <a:pt x="16" y="5380"/>
                  <a:pt x="16" y="5384"/>
                </a:cubicBezTo>
                <a:close/>
                <a:moveTo>
                  <a:pt x="16" y="5576"/>
                </a:moveTo>
                <a:lnTo>
                  <a:pt x="16" y="5688"/>
                </a:lnTo>
                <a:cubicBezTo>
                  <a:pt x="16" y="5693"/>
                  <a:pt x="12" y="5696"/>
                  <a:pt x="8" y="5696"/>
                </a:cubicBezTo>
                <a:cubicBezTo>
                  <a:pt x="4" y="5696"/>
                  <a:pt x="0" y="5693"/>
                  <a:pt x="0" y="5688"/>
                </a:cubicBezTo>
                <a:lnTo>
                  <a:pt x="0" y="5576"/>
                </a:lnTo>
                <a:cubicBezTo>
                  <a:pt x="0" y="5572"/>
                  <a:pt x="4" y="5568"/>
                  <a:pt x="8" y="5568"/>
                </a:cubicBezTo>
                <a:cubicBezTo>
                  <a:pt x="12" y="5568"/>
                  <a:pt x="16" y="5572"/>
                  <a:pt x="16" y="5576"/>
                </a:cubicBezTo>
                <a:close/>
                <a:moveTo>
                  <a:pt x="16" y="5768"/>
                </a:moveTo>
                <a:lnTo>
                  <a:pt x="16" y="5880"/>
                </a:lnTo>
                <a:cubicBezTo>
                  <a:pt x="16" y="5885"/>
                  <a:pt x="12" y="5888"/>
                  <a:pt x="8" y="5888"/>
                </a:cubicBezTo>
                <a:cubicBezTo>
                  <a:pt x="4" y="5888"/>
                  <a:pt x="0" y="5885"/>
                  <a:pt x="0" y="5880"/>
                </a:cubicBezTo>
                <a:lnTo>
                  <a:pt x="0" y="5768"/>
                </a:lnTo>
                <a:cubicBezTo>
                  <a:pt x="0" y="5764"/>
                  <a:pt x="4" y="5760"/>
                  <a:pt x="8" y="5760"/>
                </a:cubicBezTo>
                <a:cubicBezTo>
                  <a:pt x="12" y="5760"/>
                  <a:pt x="16" y="5764"/>
                  <a:pt x="16" y="5768"/>
                </a:cubicBezTo>
                <a:close/>
                <a:moveTo>
                  <a:pt x="16" y="5960"/>
                </a:moveTo>
                <a:lnTo>
                  <a:pt x="16" y="6072"/>
                </a:lnTo>
                <a:cubicBezTo>
                  <a:pt x="16" y="6077"/>
                  <a:pt x="12" y="6080"/>
                  <a:pt x="8" y="6080"/>
                </a:cubicBezTo>
                <a:cubicBezTo>
                  <a:pt x="4" y="6080"/>
                  <a:pt x="0" y="6077"/>
                  <a:pt x="0" y="6072"/>
                </a:cubicBezTo>
                <a:lnTo>
                  <a:pt x="0" y="5960"/>
                </a:lnTo>
                <a:cubicBezTo>
                  <a:pt x="0" y="5956"/>
                  <a:pt x="4" y="5952"/>
                  <a:pt x="8" y="5952"/>
                </a:cubicBezTo>
                <a:cubicBezTo>
                  <a:pt x="12" y="5952"/>
                  <a:pt x="16" y="5956"/>
                  <a:pt x="16" y="5960"/>
                </a:cubicBezTo>
                <a:close/>
                <a:moveTo>
                  <a:pt x="16" y="6152"/>
                </a:moveTo>
                <a:lnTo>
                  <a:pt x="16" y="6264"/>
                </a:lnTo>
                <a:cubicBezTo>
                  <a:pt x="16" y="6269"/>
                  <a:pt x="12" y="6272"/>
                  <a:pt x="8" y="6272"/>
                </a:cubicBezTo>
                <a:cubicBezTo>
                  <a:pt x="4" y="6272"/>
                  <a:pt x="0" y="6269"/>
                  <a:pt x="0" y="6264"/>
                </a:cubicBezTo>
                <a:lnTo>
                  <a:pt x="0" y="6152"/>
                </a:lnTo>
                <a:cubicBezTo>
                  <a:pt x="0" y="6148"/>
                  <a:pt x="4" y="6144"/>
                  <a:pt x="8" y="6144"/>
                </a:cubicBezTo>
                <a:cubicBezTo>
                  <a:pt x="12" y="6144"/>
                  <a:pt x="16" y="6148"/>
                  <a:pt x="16" y="6152"/>
                </a:cubicBezTo>
                <a:close/>
                <a:moveTo>
                  <a:pt x="16" y="6344"/>
                </a:moveTo>
                <a:lnTo>
                  <a:pt x="16" y="6456"/>
                </a:lnTo>
                <a:cubicBezTo>
                  <a:pt x="16" y="6461"/>
                  <a:pt x="12" y="6464"/>
                  <a:pt x="8" y="6464"/>
                </a:cubicBezTo>
                <a:cubicBezTo>
                  <a:pt x="4" y="6464"/>
                  <a:pt x="0" y="6461"/>
                  <a:pt x="0" y="6456"/>
                </a:cubicBezTo>
                <a:lnTo>
                  <a:pt x="0" y="6344"/>
                </a:lnTo>
                <a:cubicBezTo>
                  <a:pt x="0" y="6340"/>
                  <a:pt x="4" y="6336"/>
                  <a:pt x="8" y="6336"/>
                </a:cubicBezTo>
                <a:cubicBezTo>
                  <a:pt x="12" y="6336"/>
                  <a:pt x="16" y="6340"/>
                  <a:pt x="16" y="6344"/>
                </a:cubicBezTo>
                <a:close/>
                <a:moveTo>
                  <a:pt x="16" y="6536"/>
                </a:moveTo>
                <a:lnTo>
                  <a:pt x="16" y="6648"/>
                </a:lnTo>
                <a:cubicBezTo>
                  <a:pt x="16" y="6653"/>
                  <a:pt x="12" y="6656"/>
                  <a:pt x="8" y="6656"/>
                </a:cubicBezTo>
                <a:cubicBezTo>
                  <a:pt x="4" y="6656"/>
                  <a:pt x="0" y="6653"/>
                  <a:pt x="0" y="6648"/>
                </a:cubicBezTo>
                <a:lnTo>
                  <a:pt x="0" y="6536"/>
                </a:lnTo>
                <a:cubicBezTo>
                  <a:pt x="0" y="6532"/>
                  <a:pt x="4" y="6528"/>
                  <a:pt x="8" y="6528"/>
                </a:cubicBezTo>
                <a:cubicBezTo>
                  <a:pt x="12" y="6528"/>
                  <a:pt x="16" y="6532"/>
                  <a:pt x="16" y="6536"/>
                </a:cubicBezTo>
                <a:close/>
                <a:moveTo>
                  <a:pt x="16" y="6728"/>
                </a:moveTo>
                <a:lnTo>
                  <a:pt x="16" y="6840"/>
                </a:lnTo>
                <a:cubicBezTo>
                  <a:pt x="16" y="6845"/>
                  <a:pt x="12" y="6848"/>
                  <a:pt x="8" y="6848"/>
                </a:cubicBezTo>
                <a:cubicBezTo>
                  <a:pt x="3" y="6848"/>
                  <a:pt x="0" y="6845"/>
                  <a:pt x="0" y="6840"/>
                </a:cubicBezTo>
                <a:lnTo>
                  <a:pt x="0" y="6728"/>
                </a:lnTo>
                <a:cubicBezTo>
                  <a:pt x="0" y="6724"/>
                  <a:pt x="4" y="6720"/>
                  <a:pt x="8" y="6720"/>
                </a:cubicBezTo>
                <a:cubicBezTo>
                  <a:pt x="12" y="6720"/>
                  <a:pt x="16" y="6724"/>
                  <a:pt x="16" y="6728"/>
                </a:cubicBezTo>
                <a:close/>
                <a:moveTo>
                  <a:pt x="16" y="6920"/>
                </a:moveTo>
                <a:lnTo>
                  <a:pt x="16" y="7032"/>
                </a:lnTo>
                <a:cubicBezTo>
                  <a:pt x="16" y="7037"/>
                  <a:pt x="12" y="7040"/>
                  <a:pt x="8" y="7040"/>
                </a:cubicBezTo>
                <a:cubicBezTo>
                  <a:pt x="3" y="7040"/>
                  <a:pt x="0" y="7037"/>
                  <a:pt x="0" y="7032"/>
                </a:cubicBezTo>
                <a:lnTo>
                  <a:pt x="0" y="6920"/>
                </a:lnTo>
                <a:cubicBezTo>
                  <a:pt x="0" y="6916"/>
                  <a:pt x="3" y="6912"/>
                  <a:pt x="8" y="6912"/>
                </a:cubicBezTo>
                <a:cubicBezTo>
                  <a:pt x="12" y="6912"/>
                  <a:pt x="16" y="6916"/>
                  <a:pt x="16" y="6920"/>
                </a:cubicBezTo>
                <a:close/>
                <a:moveTo>
                  <a:pt x="16" y="7112"/>
                </a:moveTo>
                <a:lnTo>
                  <a:pt x="16" y="7114"/>
                </a:lnTo>
                <a:cubicBezTo>
                  <a:pt x="16" y="7118"/>
                  <a:pt x="12" y="7122"/>
                  <a:pt x="8" y="7122"/>
                </a:cubicBezTo>
                <a:cubicBezTo>
                  <a:pt x="3" y="7122"/>
                  <a:pt x="0" y="7118"/>
                  <a:pt x="0" y="7114"/>
                </a:cubicBezTo>
                <a:lnTo>
                  <a:pt x="0" y="7112"/>
                </a:lnTo>
                <a:cubicBezTo>
                  <a:pt x="0" y="7108"/>
                  <a:pt x="3" y="7104"/>
                  <a:pt x="8" y="7104"/>
                </a:cubicBezTo>
                <a:cubicBezTo>
                  <a:pt x="12" y="7104"/>
                  <a:pt x="16" y="7108"/>
                  <a:pt x="16" y="7112"/>
                </a:cubicBezTo>
                <a:close/>
              </a:path>
            </a:pathLst>
          </a:custGeom>
          <a:solidFill>
            <a:srgbClr val="000000"/>
          </a:solidFill>
          <a:ln w="0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Rectangle 42"/>
          <p:cNvSpPr>
            <a:spLocks noChangeArrowheads="1"/>
          </p:cNvSpPr>
          <p:nvPr/>
        </p:nvSpPr>
        <p:spPr bwMode="auto">
          <a:xfrm>
            <a:off x="2011363" y="2692401"/>
            <a:ext cx="38258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Q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3"/>
          <p:cNvSpPr>
            <a:spLocks noChangeArrowheads="1"/>
          </p:cNvSpPr>
          <p:nvPr/>
        </p:nvSpPr>
        <p:spPr bwMode="auto">
          <a:xfrm>
            <a:off x="2224088" y="2762251"/>
            <a:ext cx="2540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Freeform 44"/>
          <p:cNvSpPr/>
          <p:nvPr/>
        </p:nvSpPr>
        <p:spPr bwMode="auto">
          <a:xfrm>
            <a:off x="3068638" y="2574926"/>
            <a:ext cx="762000" cy="608013"/>
          </a:xfrm>
          <a:custGeom>
            <a:avLst/>
            <a:gdLst>
              <a:gd name="T0" fmla="*/ 480 w 480"/>
              <a:gd name="T1" fmla="*/ 383 h 383"/>
              <a:gd name="T2" fmla="*/ 480 w 480"/>
              <a:gd name="T3" fmla="*/ 0 h 383"/>
              <a:gd name="T4" fmla="*/ 0 w 480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383">
                <a:moveTo>
                  <a:pt x="480" y="383"/>
                </a:moveTo>
                <a:lnTo>
                  <a:pt x="480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Freeform 45"/>
          <p:cNvSpPr/>
          <p:nvPr/>
        </p:nvSpPr>
        <p:spPr bwMode="auto">
          <a:xfrm>
            <a:off x="3833445" y="2582863"/>
            <a:ext cx="700455" cy="600075"/>
          </a:xfrm>
          <a:custGeom>
            <a:avLst/>
            <a:gdLst>
              <a:gd name="T0" fmla="*/ 445 w 445"/>
              <a:gd name="T1" fmla="*/ 0 h 378"/>
              <a:gd name="T2" fmla="*/ 445 w 445"/>
              <a:gd name="T3" fmla="*/ 378 h 378"/>
              <a:gd name="T4" fmla="*/ 0 w 445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5" h="378">
                <a:moveTo>
                  <a:pt x="445" y="0"/>
                </a:moveTo>
                <a:lnTo>
                  <a:pt x="445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Freeform 46"/>
          <p:cNvSpPr/>
          <p:nvPr/>
        </p:nvSpPr>
        <p:spPr bwMode="auto">
          <a:xfrm>
            <a:off x="4533900" y="2574926"/>
            <a:ext cx="703263" cy="608013"/>
          </a:xfrm>
          <a:custGeom>
            <a:avLst/>
            <a:gdLst>
              <a:gd name="T0" fmla="*/ 443 w 443"/>
              <a:gd name="T1" fmla="*/ 383 h 383"/>
              <a:gd name="T2" fmla="*/ 443 w 443"/>
              <a:gd name="T3" fmla="*/ 0 h 383"/>
              <a:gd name="T4" fmla="*/ 0 w 443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3" h="383">
                <a:moveTo>
                  <a:pt x="443" y="383"/>
                </a:moveTo>
                <a:lnTo>
                  <a:pt x="443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Freeform 47"/>
          <p:cNvSpPr/>
          <p:nvPr/>
        </p:nvSpPr>
        <p:spPr bwMode="auto">
          <a:xfrm>
            <a:off x="5256213" y="2582863"/>
            <a:ext cx="685800" cy="600075"/>
          </a:xfrm>
          <a:custGeom>
            <a:avLst/>
            <a:gdLst>
              <a:gd name="T0" fmla="*/ 432 w 432"/>
              <a:gd name="T1" fmla="*/ 0 h 378"/>
              <a:gd name="T2" fmla="*/ 432 w 432"/>
              <a:gd name="T3" fmla="*/ 378 h 378"/>
              <a:gd name="T4" fmla="*/ 0 w 432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378">
                <a:moveTo>
                  <a:pt x="432" y="0"/>
                </a:moveTo>
                <a:lnTo>
                  <a:pt x="432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0" name="Freeform 48"/>
          <p:cNvSpPr/>
          <p:nvPr/>
        </p:nvSpPr>
        <p:spPr bwMode="auto">
          <a:xfrm>
            <a:off x="5942013" y="2563813"/>
            <a:ext cx="744538" cy="619125"/>
          </a:xfrm>
          <a:custGeom>
            <a:avLst/>
            <a:gdLst>
              <a:gd name="T0" fmla="*/ 469 w 469"/>
              <a:gd name="T1" fmla="*/ 390 h 390"/>
              <a:gd name="T2" fmla="*/ 469 w 469"/>
              <a:gd name="T3" fmla="*/ 0 h 390"/>
              <a:gd name="T4" fmla="*/ 0 w 469"/>
              <a:gd name="T5" fmla="*/ 0 h 3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9" h="390">
                <a:moveTo>
                  <a:pt x="469" y="390"/>
                </a:moveTo>
                <a:lnTo>
                  <a:pt x="469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Freeform 49"/>
          <p:cNvSpPr/>
          <p:nvPr/>
        </p:nvSpPr>
        <p:spPr bwMode="auto">
          <a:xfrm>
            <a:off x="2439988" y="2582863"/>
            <a:ext cx="628650" cy="600075"/>
          </a:xfrm>
          <a:custGeom>
            <a:avLst/>
            <a:gdLst>
              <a:gd name="T0" fmla="*/ 396 w 396"/>
              <a:gd name="T1" fmla="*/ 0 h 378"/>
              <a:gd name="T2" fmla="*/ 396 w 396"/>
              <a:gd name="T3" fmla="*/ 378 h 378"/>
              <a:gd name="T4" fmla="*/ 0 w 396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6" h="378">
                <a:moveTo>
                  <a:pt x="396" y="0"/>
                </a:moveTo>
                <a:lnTo>
                  <a:pt x="396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Freeform 50"/>
          <p:cNvSpPr/>
          <p:nvPr/>
        </p:nvSpPr>
        <p:spPr bwMode="auto">
          <a:xfrm>
            <a:off x="7315200" y="2574926"/>
            <a:ext cx="749300" cy="620713"/>
          </a:xfrm>
          <a:custGeom>
            <a:avLst/>
            <a:gdLst>
              <a:gd name="T0" fmla="*/ 472 w 472"/>
              <a:gd name="T1" fmla="*/ 391 h 391"/>
              <a:gd name="T2" fmla="*/ 472 w 472"/>
              <a:gd name="T3" fmla="*/ 0 h 391"/>
              <a:gd name="T4" fmla="*/ 0 w 472"/>
              <a:gd name="T5" fmla="*/ 0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2" h="391">
                <a:moveTo>
                  <a:pt x="472" y="391"/>
                </a:moveTo>
                <a:lnTo>
                  <a:pt x="47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3" name="Freeform 51"/>
          <p:cNvSpPr/>
          <p:nvPr/>
        </p:nvSpPr>
        <p:spPr bwMode="auto">
          <a:xfrm>
            <a:off x="8061325" y="2593976"/>
            <a:ext cx="736600" cy="601663"/>
          </a:xfrm>
          <a:custGeom>
            <a:avLst/>
            <a:gdLst>
              <a:gd name="T0" fmla="*/ 464 w 464"/>
              <a:gd name="T1" fmla="*/ 0 h 379"/>
              <a:gd name="T2" fmla="*/ 464 w 464"/>
              <a:gd name="T3" fmla="*/ 379 h 379"/>
              <a:gd name="T4" fmla="*/ 0 w 464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4" h="379">
                <a:moveTo>
                  <a:pt x="464" y="0"/>
                </a:moveTo>
                <a:lnTo>
                  <a:pt x="464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4" name="Freeform 52"/>
          <p:cNvSpPr/>
          <p:nvPr/>
        </p:nvSpPr>
        <p:spPr bwMode="auto">
          <a:xfrm>
            <a:off x="8797925" y="2552701"/>
            <a:ext cx="693738" cy="642938"/>
          </a:xfrm>
          <a:custGeom>
            <a:avLst/>
            <a:gdLst>
              <a:gd name="T0" fmla="*/ 437 w 437"/>
              <a:gd name="T1" fmla="*/ 405 h 405"/>
              <a:gd name="T2" fmla="*/ 437 w 437"/>
              <a:gd name="T3" fmla="*/ 0 h 405"/>
              <a:gd name="T4" fmla="*/ 0 w 437"/>
              <a:gd name="T5" fmla="*/ 0 h 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7" h="405">
                <a:moveTo>
                  <a:pt x="437" y="405"/>
                </a:moveTo>
                <a:lnTo>
                  <a:pt x="437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Line 53"/>
          <p:cNvSpPr>
            <a:spLocks noChangeShapeType="1"/>
          </p:cNvSpPr>
          <p:nvPr/>
        </p:nvSpPr>
        <p:spPr bwMode="auto">
          <a:xfrm flipH="1">
            <a:off x="9507659" y="3195638"/>
            <a:ext cx="277813" cy="0"/>
          </a:xfrm>
          <a:prstGeom prst="line">
            <a:avLst/>
          </a:pr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" name="Freeform 54"/>
          <p:cNvSpPr/>
          <p:nvPr/>
        </p:nvSpPr>
        <p:spPr bwMode="auto">
          <a:xfrm>
            <a:off x="6672263" y="2593976"/>
            <a:ext cx="642938" cy="601663"/>
          </a:xfrm>
          <a:custGeom>
            <a:avLst/>
            <a:gdLst>
              <a:gd name="T0" fmla="*/ 405 w 405"/>
              <a:gd name="T1" fmla="*/ 0 h 379"/>
              <a:gd name="T2" fmla="*/ 405 w 405"/>
              <a:gd name="T3" fmla="*/ 379 h 379"/>
              <a:gd name="T4" fmla="*/ 0 w 405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5" h="379">
                <a:moveTo>
                  <a:pt x="405" y="0"/>
                </a:moveTo>
                <a:lnTo>
                  <a:pt x="405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" name="Rectangle 55"/>
          <p:cNvSpPr>
            <a:spLocks noChangeArrowheads="1"/>
          </p:cNvSpPr>
          <p:nvPr/>
        </p:nvSpPr>
        <p:spPr bwMode="auto">
          <a:xfrm>
            <a:off x="1847850" y="3954463"/>
            <a:ext cx="265113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J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56"/>
          <p:cNvSpPr>
            <a:spLocks noChangeArrowheads="1"/>
          </p:cNvSpPr>
          <p:nvPr/>
        </p:nvSpPr>
        <p:spPr bwMode="auto">
          <a:xfrm>
            <a:off x="1947863" y="4022726"/>
            <a:ext cx="255588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7"/>
          <p:cNvSpPr>
            <a:spLocks noChangeArrowheads="1"/>
          </p:cNvSpPr>
          <p:nvPr/>
        </p:nvSpPr>
        <p:spPr bwMode="auto">
          <a:xfrm>
            <a:off x="2066925" y="3954463"/>
            <a:ext cx="492125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=K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58"/>
          <p:cNvSpPr>
            <a:spLocks noChangeArrowheads="1"/>
          </p:cNvSpPr>
          <p:nvPr/>
        </p:nvSpPr>
        <p:spPr bwMode="auto">
          <a:xfrm>
            <a:off x="2387600" y="4022726"/>
            <a:ext cx="2540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Freeform 59"/>
          <p:cNvSpPr/>
          <p:nvPr/>
        </p:nvSpPr>
        <p:spPr bwMode="auto">
          <a:xfrm>
            <a:off x="3068638" y="3835401"/>
            <a:ext cx="762000" cy="608013"/>
          </a:xfrm>
          <a:custGeom>
            <a:avLst/>
            <a:gdLst>
              <a:gd name="T0" fmla="*/ 480 w 480"/>
              <a:gd name="T1" fmla="*/ 383 h 383"/>
              <a:gd name="T2" fmla="*/ 480 w 480"/>
              <a:gd name="T3" fmla="*/ 0 h 383"/>
              <a:gd name="T4" fmla="*/ 0 w 480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80" h="383">
                <a:moveTo>
                  <a:pt x="480" y="383"/>
                </a:moveTo>
                <a:lnTo>
                  <a:pt x="480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2" name="Freeform 60"/>
          <p:cNvSpPr/>
          <p:nvPr/>
        </p:nvSpPr>
        <p:spPr bwMode="auto">
          <a:xfrm>
            <a:off x="3827463" y="3841751"/>
            <a:ext cx="706438" cy="601663"/>
          </a:xfrm>
          <a:custGeom>
            <a:avLst/>
            <a:gdLst>
              <a:gd name="T0" fmla="*/ 445 w 445"/>
              <a:gd name="T1" fmla="*/ 0 h 379"/>
              <a:gd name="T2" fmla="*/ 445 w 445"/>
              <a:gd name="T3" fmla="*/ 379 h 379"/>
              <a:gd name="T4" fmla="*/ 0 w 445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5" h="379">
                <a:moveTo>
                  <a:pt x="445" y="0"/>
                </a:moveTo>
                <a:lnTo>
                  <a:pt x="445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3" name="Freeform 61"/>
          <p:cNvSpPr/>
          <p:nvPr/>
        </p:nvSpPr>
        <p:spPr bwMode="auto">
          <a:xfrm>
            <a:off x="4533900" y="3835401"/>
            <a:ext cx="703263" cy="608013"/>
          </a:xfrm>
          <a:custGeom>
            <a:avLst/>
            <a:gdLst>
              <a:gd name="T0" fmla="*/ 443 w 443"/>
              <a:gd name="T1" fmla="*/ 383 h 383"/>
              <a:gd name="T2" fmla="*/ 443 w 443"/>
              <a:gd name="T3" fmla="*/ 0 h 383"/>
              <a:gd name="T4" fmla="*/ 0 w 443"/>
              <a:gd name="T5" fmla="*/ 0 h 3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3" h="383">
                <a:moveTo>
                  <a:pt x="443" y="383"/>
                </a:moveTo>
                <a:lnTo>
                  <a:pt x="443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Freeform 62"/>
          <p:cNvSpPr/>
          <p:nvPr/>
        </p:nvSpPr>
        <p:spPr bwMode="auto">
          <a:xfrm>
            <a:off x="5256213" y="3841751"/>
            <a:ext cx="92075" cy="601663"/>
          </a:xfrm>
          <a:custGeom>
            <a:avLst/>
            <a:gdLst>
              <a:gd name="T0" fmla="*/ 58 w 58"/>
              <a:gd name="T1" fmla="*/ 0 h 379"/>
              <a:gd name="T2" fmla="*/ 58 w 58"/>
              <a:gd name="T3" fmla="*/ 379 h 379"/>
              <a:gd name="T4" fmla="*/ 0 w 58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" h="379">
                <a:moveTo>
                  <a:pt x="58" y="0"/>
                </a:moveTo>
                <a:lnTo>
                  <a:pt x="58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Freeform 63"/>
          <p:cNvSpPr/>
          <p:nvPr/>
        </p:nvSpPr>
        <p:spPr bwMode="auto">
          <a:xfrm>
            <a:off x="5367338" y="3825876"/>
            <a:ext cx="574675" cy="617538"/>
          </a:xfrm>
          <a:custGeom>
            <a:avLst/>
            <a:gdLst>
              <a:gd name="T0" fmla="*/ 362 w 362"/>
              <a:gd name="T1" fmla="*/ 389 h 389"/>
              <a:gd name="T2" fmla="*/ 362 w 362"/>
              <a:gd name="T3" fmla="*/ 0 h 389"/>
              <a:gd name="T4" fmla="*/ 0 w 362"/>
              <a:gd name="T5" fmla="*/ 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2" h="389">
                <a:moveTo>
                  <a:pt x="362" y="389"/>
                </a:moveTo>
                <a:lnTo>
                  <a:pt x="362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6" name="Freeform 64"/>
          <p:cNvSpPr/>
          <p:nvPr/>
        </p:nvSpPr>
        <p:spPr bwMode="auto">
          <a:xfrm>
            <a:off x="2439988" y="3841751"/>
            <a:ext cx="628650" cy="601663"/>
          </a:xfrm>
          <a:custGeom>
            <a:avLst/>
            <a:gdLst>
              <a:gd name="T0" fmla="*/ 396 w 396"/>
              <a:gd name="T1" fmla="*/ 0 h 379"/>
              <a:gd name="T2" fmla="*/ 396 w 396"/>
              <a:gd name="T3" fmla="*/ 379 h 379"/>
              <a:gd name="T4" fmla="*/ 0 w 396"/>
              <a:gd name="T5" fmla="*/ 379 h 3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6" h="379">
                <a:moveTo>
                  <a:pt x="396" y="0"/>
                </a:moveTo>
                <a:lnTo>
                  <a:pt x="396" y="379"/>
                </a:lnTo>
                <a:lnTo>
                  <a:pt x="0" y="379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7" name="Freeform 65"/>
          <p:cNvSpPr/>
          <p:nvPr/>
        </p:nvSpPr>
        <p:spPr bwMode="auto">
          <a:xfrm>
            <a:off x="6683375" y="3825876"/>
            <a:ext cx="631825" cy="628650"/>
          </a:xfrm>
          <a:custGeom>
            <a:avLst/>
            <a:gdLst>
              <a:gd name="T0" fmla="*/ 398 w 398"/>
              <a:gd name="T1" fmla="*/ 396 h 396"/>
              <a:gd name="T2" fmla="*/ 398 w 398"/>
              <a:gd name="T3" fmla="*/ 0 h 396"/>
              <a:gd name="T4" fmla="*/ 0 w 398"/>
              <a:gd name="T5" fmla="*/ 0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8" h="396">
                <a:moveTo>
                  <a:pt x="398" y="396"/>
                </a:moveTo>
                <a:lnTo>
                  <a:pt x="398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8" name="Freeform 66"/>
          <p:cNvSpPr/>
          <p:nvPr/>
        </p:nvSpPr>
        <p:spPr bwMode="auto">
          <a:xfrm>
            <a:off x="8175625" y="3819526"/>
            <a:ext cx="623888" cy="628650"/>
          </a:xfrm>
          <a:custGeom>
            <a:avLst/>
            <a:gdLst>
              <a:gd name="T0" fmla="*/ 393 w 393"/>
              <a:gd name="T1" fmla="*/ 0 h 396"/>
              <a:gd name="T2" fmla="*/ 393 w 393"/>
              <a:gd name="T3" fmla="*/ 396 h 396"/>
              <a:gd name="T4" fmla="*/ 0 w 393"/>
              <a:gd name="T5" fmla="*/ 396 h 3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3" h="396">
                <a:moveTo>
                  <a:pt x="393" y="0"/>
                </a:moveTo>
                <a:lnTo>
                  <a:pt x="393" y="396"/>
                </a:lnTo>
                <a:lnTo>
                  <a:pt x="0" y="396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Freeform 67"/>
          <p:cNvSpPr/>
          <p:nvPr/>
        </p:nvSpPr>
        <p:spPr bwMode="auto">
          <a:xfrm>
            <a:off x="8797925" y="3813176"/>
            <a:ext cx="693738" cy="641350"/>
          </a:xfrm>
          <a:custGeom>
            <a:avLst/>
            <a:gdLst>
              <a:gd name="T0" fmla="*/ 437 w 437"/>
              <a:gd name="T1" fmla="*/ 404 h 404"/>
              <a:gd name="T2" fmla="*/ 437 w 437"/>
              <a:gd name="T3" fmla="*/ 0 h 404"/>
              <a:gd name="T4" fmla="*/ 0 w 437"/>
              <a:gd name="T5" fmla="*/ 0 h 4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7" h="404">
                <a:moveTo>
                  <a:pt x="437" y="404"/>
                </a:moveTo>
                <a:lnTo>
                  <a:pt x="437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Line 68"/>
          <p:cNvSpPr>
            <a:spLocks noChangeShapeType="1"/>
          </p:cNvSpPr>
          <p:nvPr/>
        </p:nvSpPr>
        <p:spPr bwMode="auto">
          <a:xfrm flipH="1">
            <a:off x="9490075" y="4454526"/>
            <a:ext cx="277813" cy="0"/>
          </a:xfrm>
          <a:prstGeom prst="line">
            <a:avLst/>
          </a:pr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69"/>
          <p:cNvSpPr/>
          <p:nvPr/>
        </p:nvSpPr>
        <p:spPr bwMode="auto">
          <a:xfrm>
            <a:off x="5961063" y="3854451"/>
            <a:ext cx="722313" cy="603250"/>
          </a:xfrm>
          <a:custGeom>
            <a:avLst/>
            <a:gdLst>
              <a:gd name="T0" fmla="*/ 455 w 455"/>
              <a:gd name="T1" fmla="*/ 0 h 380"/>
              <a:gd name="T2" fmla="*/ 455 w 455"/>
              <a:gd name="T3" fmla="*/ 380 h 380"/>
              <a:gd name="T4" fmla="*/ 0 w 455"/>
              <a:gd name="T5" fmla="*/ 380 h 3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55" h="380">
                <a:moveTo>
                  <a:pt x="455" y="0"/>
                </a:moveTo>
                <a:lnTo>
                  <a:pt x="455" y="380"/>
                </a:lnTo>
                <a:lnTo>
                  <a:pt x="0" y="38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70"/>
          <p:cNvSpPr/>
          <p:nvPr/>
        </p:nvSpPr>
        <p:spPr bwMode="auto">
          <a:xfrm>
            <a:off x="7321550" y="3819526"/>
            <a:ext cx="754063" cy="622300"/>
          </a:xfrm>
          <a:custGeom>
            <a:avLst/>
            <a:gdLst>
              <a:gd name="T0" fmla="*/ 475 w 475"/>
              <a:gd name="T1" fmla="*/ 0 h 392"/>
              <a:gd name="T2" fmla="*/ 475 w 475"/>
              <a:gd name="T3" fmla="*/ 392 h 392"/>
              <a:gd name="T4" fmla="*/ 0 w 475"/>
              <a:gd name="T5" fmla="*/ 3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75" h="392">
                <a:moveTo>
                  <a:pt x="475" y="0"/>
                </a:moveTo>
                <a:lnTo>
                  <a:pt x="475" y="392"/>
                </a:lnTo>
                <a:lnTo>
                  <a:pt x="0" y="392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71"/>
          <p:cNvSpPr/>
          <p:nvPr/>
        </p:nvSpPr>
        <p:spPr bwMode="auto">
          <a:xfrm>
            <a:off x="8070850" y="3816351"/>
            <a:ext cx="104775" cy="623888"/>
          </a:xfrm>
          <a:custGeom>
            <a:avLst/>
            <a:gdLst>
              <a:gd name="T0" fmla="*/ 66 w 66"/>
              <a:gd name="T1" fmla="*/ 393 h 393"/>
              <a:gd name="T2" fmla="*/ 66 w 66"/>
              <a:gd name="T3" fmla="*/ 0 h 393"/>
              <a:gd name="T4" fmla="*/ 0 w 66"/>
              <a:gd name="T5" fmla="*/ 0 h 3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6" h="393">
                <a:moveTo>
                  <a:pt x="66" y="393"/>
                </a:moveTo>
                <a:lnTo>
                  <a:pt x="66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4" name="Rectangle 72"/>
          <p:cNvSpPr>
            <a:spLocks noChangeArrowheads="1"/>
          </p:cNvSpPr>
          <p:nvPr/>
        </p:nvSpPr>
        <p:spPr bwMode="auto">
          <a:xfrm>
            <a:off x="2011363" y="5133976"/>
            <a:ext cx="382588" cy="47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5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Q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5" name="Rectangle 73"/>
          <p:cNvSpPr>
            <a:spLocks noChangeArrowheads="1"/>
          </p:cNvSpPr>
          <p:nvPr/>
        </p:nvSpPr>
        <p:spPr bwMode="auto">
          <a:xfrm>
            <a:off x="2224088" y="5203826"/>
            <a:ext cx="254000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2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Freeform 74"/>
          <p:cNvSpPr/>
          <p:nvPr/>
        </p:nvSpPr>
        <p:spPr bwMode="auto">
          <a:xfrm>
            <a:off x="3829050" y="5032376"/>
            <a:ext cx="1408113" cy="592138"/>
          </a:xfrm>
          <a:custGeom>
            <a:avLst/>
            <a:gdLst>
              <a:gd name="T0" fmla="*/ 887 w 887"/>
              <a:gd name="T1" fmla="*/ 373 h 373"/>
              <a:gd name="T2" fmla="*/ 887 w 887"/>
              <a:gd name="T3" fmla="*/ 0 h 373"/>
              <a:gd name="T4" fmla="*/ 0 w 887"/>
              <a:gd name="T5" fmla="*/ 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87" h="373">
                <a:moveTo>
                  <a:pt x="887" y="373"/>
                </a:moveTo>
                <a:lnTo>
                  <a:pt x="887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Freeform 75"/>
          <p:cNvSpPr/>
          <p:nvPr/>
        </p:nvSpPr>
        <p:spPr bwMode="auto">
          <a:xfrm>
            <a:off x="5256213" y="5024438"/>
            <a:ext cx="685800" cy="600075"/>
          </a:xfrm>
          <a:custGeom>
            <a:avLst/>
            <a:gdLst>
              <a:gd name="T0" fmla="*/ 432 w 432"/>
              <a:gd name="T1" fmla="*/ 0 h 378"/>
              <a:gd name="T2" fmla="*/ 432 w 432"/>
              <a:gd name="T3" fmla="*/ 378 h 378"/>
              <a:gd name="T4" fmla="*/ 0 w 432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" h="378">
                <a:moveTo>
                  <a:pt x="432" y="0"/>
                </a:moveTo>
                <a:lnTo>
                  <a:pt x="432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Freeform 76"/>
          <p:cNvSpPr/>
          <p:nvPr/>
        </p:nvSpPr>
        <p:spPr bwMode="auto">
          <a:xfrm>
            <a:off x="5942013" y="5006976"/>
            <a:ext cx="1373188" cy="617538"/>
          </a:xfrm>
          <a:custGeom>
            <a:avLst/>
            <a:gdLst>
              <a:gd name="T0" fmla="*/ 865 w 865"/>
              <a:gd name="T1" fmla="*/ 389 h 389"/>
              <a:gd name="T2" fmla="*/ 865 w 865"/>
              <a:gd name="T3" fmla="*/ 0 h 389"/>
              <a:gd name="T4" fmla="*/ 0 w 865"/>
              <a:gd name="T5" fmla="*/ 0 h 3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65" h="389">
                <a:moveTo>
                  <a:pt x="865" y="389"/>
                </a:moveTo>
                <a:lnTo>
                  <a:pt x="865" y="0"/>
                </a:lnTo>
                <a:lnTo>
                  <a:pt x="0" y="0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Freeform 77"/>
          <p:cNvSpPr/>
          <p:nvPr/>
        </p:nvSpPr>
        <p:spPr bwMode="auto">
          <a:xfrm>
            <a:off x="2439988" y="5024438"/>
            <a:ext cx="1389063" cy="600075"/>
          </a:xfrm>
          <a:custGeom>
            <a:avLst/>
            <a:gdLst>
              <a:gd name="T0" fmla="*/ 875 w 875"/>
              <a:gd name="T1" fmla="*/ 0 h 378"/>
              <a:gd name="T2" fmla="*/ 875 w 875"/>
              <a:gd name="T3" fmla="*/ 378 h 378"/>
              <a:gd name="T4" fmla="*/ 0 w 875"/>
              <a:gd name="T5" fmla="*/ 378 h 3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75" h="378">
                <a:moveTo>
                  <a:pt x="875" y="0"/>
                </a:moveTo>
                <a:lnTo>
                  <a:pt x="875" y="378"/>
                </a:lnTo>
                <a:lnTo>
                  <a:pt x="0" y="378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Freeform 78"/>
          <p:cNvSpPr/>
          <p:nvPr/>
        </p:nvSpPr>
        <p:spPr bwMode="auto">
          <a:xfrm>
            <a:off x="7315200" y="4987926"/>
            <a:ext cx="2190872" cy="638175"/>
          </a:xfrm>
          <a:custGeom>
            <a:avLst/>
            <a:gdLst>
              <a:gd name="T0" fmla="*/ 1366 w 1366"/>
              <a:gd name="T1" fmla="*/ 0 h 402"/>
              <a:gd name="T2" fmla="*/ 1366 w 1366"/>
              <a:gd name="T3" fmla="*/ 402 h 402"/>
              <a:gd name="T4" fmla="*/ 0 w 1366"/>
              <a:gd name="T5" fmla="*/ 402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366" h="402">
                <a:moveTo>
                  <a:pt x="1366" y="0"/>
                </a:moveTo>
                <a:lnTo>
                  <a:pt x="1366" y="402"/>
                </a:lnTo>
                <a:lnTo>
                  <a:pt x="0" y="402"/>
                </a:lnTo>
              </a:path>
            </a:pathLst>
          </a:cu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Line 79"/>
          <p:cNvSpPr>
            <a:spLocks noChangeShapeType="1"/>
          </p:cNvSpPr>
          <p:nvPr/>
        </p:nvSpPr>
        <p:spPr bwMode="auto">
          <a:xfrm flipH="1">
            <a:off x="9501309" y="4987926"/>
            <a:ext cx="334963" cy="0"/>
          </a:xfrm>
          <a:prstGeom prst="line">
            <a:avLst/>
          </a:prstGeom>
          <a:noFill/>
          <a:ln w="30163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1619" y="332656"/>
            <a:ext cx="11556450" cy="910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7.  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逻辑电路如图所示，已知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CP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和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的波形，请画出触发器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端的波形，假设触发器的初始状态为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kumimoji="1" lang="zh-CN" altLang="en-US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r>
              <a:rPr kumimoji="1" lang="en-US" altLang="zh-CN" sz="24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1" lang="zh-CN" altLang="en-US" sz="2400" b="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7" name="Group 4"/>
          <p:cNvGrpSpPr>
            <a:grpSpLocks noChangeAspect="1"/>
          </p:cNvGrpSpPr>
          <p:nvPr/>
        </p:nvGrpSpPr>
        <p:grpSpPr bwMode="auto">
          <a:xfrm>
            <a:off x="1665288" y="1419225"/>
            <a:ext cx="4106862" cy="3705225"/>
            <a:chOff x="1049" y="894"/>
            <a:chExt cx="2587" cy="2334"/>
          </a:xfrm>
        </p:grpSpPr>
        <p:sp>
          <p:nvSpPr>
            <p:cNvPr id="8" name="AutoShape 3"/>
            <p:cNvSpPr>
              <a:spLocks noChangeAspect="1" noChangeArrowheads="1" noTextEdit="1"/>
            </p:cNvSpPr>
            <p:nvPr/>
          </p:nvSpPr>
          <p:spPr bwMode="auto">
            <a:xfrm>
              <a:off x="1049" y="894"/>
              <a:ext cx="2587" cy="2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2208" y="1004"/>
              <a:ext cx="865" cy="1403"/>
            </a:xfrm>
            <a:prstGeom prst="rect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253" y="1073"/>
              <a:ext cx="26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1J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417" y="1307"/>
              <a:ext cx="31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C1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Freeform 8"/>
            <p:cNvSpPr/>
            <p:nvPr/>
          </p:nvSpPr>
          <p:spPr bwMode="auto">
            <a:xfrm>
              <a:off x="2208" y="1354"/>
              <a:ext cx="164" cy="165"/>
            </a:xfrm>
            <a:custGeom>
              <a:avLst/>
              <a:gdLst>
                <a:gd name="T0" fmla="*/ 0 w 164"/>
                <a:gd name="T1" fmla="*/ 165 h 165"/>
                <a:gd name="T2" fmla="*/ 164 w 164"/>
                <a:gd name="T3" fmla="*/ 83 h 165"/>
                <a:gd name="T4" fmla="*/ 0 w 164"/>
                <a:gd name="T5" fmla="*/ 0 h 165"/>
                <a:gd name="T6" fmla="*/ 0 w 164"/>
                <a:gd name="T7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4" h="165">
                  <a:moveTo>
                    <a:pt x="0" y="165"/>
                  </a:moveTo>
                  <a:lnTo>
                    <a:pt x="164" y="83"/>
                  </a:lnTo>
                  <a:lnTo>
                    <a:pt x="0" y="0"/>
                  </a:lnTo>
                  <a:lnTo>
                    <a:pt x="0" y="165"/>
                  </a:lnTo>
                  <a:close/>
                </a:path>
              </a:pathLst>
            </a:cu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Oval 9"/>
            <p:cNvSpPr>
              <a:spLocks noChangeArrowheads="1"/>
            </p:cNvSpPr>
            <p:nvPr/>
          </p:nvSpPr>
          <p:spPr bwMode="auto">
            <a:xfrm>
              <a:off x="2103" y="1392"/>
              <a:ext cx="94" cy="93"/>
            </a:xfrm>
            <a:prstGeom prst="ellipse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H="1">
              <a:off x="1400" y="1436"/>
              <a:ext cx="702" cy="0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2247" y="1596"/>
              <a:ext cx="30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1K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290" y="1947"/>
              <a:ext cx="21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H="1">
              <a:off x="1857" y="1210"/>
              <a:ext cx="329" cy="4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1713" y="1101"/>
              <a:ext cx="2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A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Freeform 15"/>
            <p:cNvSpPr/>
            <p:nvPr/>
          </p:nvSpPr>
          <p:spPr bwMode="auto">
            <a:xfrm>
              <a:off x="1716" y="1436"/>
              <a:ext cx="1275" cy="1778"/>
            </a:xfrm>
            <a:custGeom>
              <a:avLst/>
              <a:gdLst>
                <a:gd name="T0" fmla="*/ 0 w 1275"/>
                <a:gd name="T1" fmla="*/ 0 h 1778"/>
                <a:gd name="T2" fmla="*/ 0 w 1275"/>
                <a:gd name="T3" fmla="*/ 1778 h 1778"/>
                <a:gd name="T4" fmla="*/ 1275 w 1275"/>
                <a:gd name="T5" fmla="*/ 1778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5" h="1778">
                  <a:moveTo>
                    <a:pt x="0" y="0"/>
                  </a:moveTo>
                  <a:lnTo>
                    <a:pt x="0" y="1778"/>
                  </a:lnTo>
                  <a:lnTo>
                    <a:pt x="1275" y="1778"/>
                  </a:lnTo>
                </a:path>
              </a:pathLst>
            </a:cu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16"/>
            <p:cNvSpPr/>
            <p:nvPr/>
          </p:nvSpPr>
          <p:spPr bwMode="auto">
            <a:xfrm>
              <a:off x="2757" y="2932"/>
              <a:ext cx="234" cy="282"/>
            </a:xfrm>
            <a:custGeom>
              <a:avLst/>
              <a:gdLst>
                <a:gd name="T0" fmla="*/ 234 w 234"/>
                <a:gd name="T1" fmla="*/ 282 h 282"/>
                <a:gd name="T2" fmla="*/ 234 w 234"/>
                <a:gd name="T3" fmla="*/ 0 h 282"/>
                <a:gd name="T4" fmla="*/ 0 w 234"/>
                <a:gd name="T5" fmla="*/ 0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4" h="282">
                  <a:moveTo>
                    <a:pt x="234" y="282"/>
                  </a:moveTo>
                  <a:lnTo>
                    <a:pt x="234" y="0"/>
                  </a:lnTo>
                  <a:lnTo>
                    <a:pt x="0" y="0"/>
                  </a:lnTo>
                </a:path>
              </a:pathLst>
            </a:cu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2459" y="2667"/>
              <a:ext cx="283" cy="353"/>
            </a:xfrm>
            <a:prstGeom prst="rect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18"/>
            <p:cNvSpPr/>
            <p:nvPr/>
          </p:nvSpPr>
          <p:spPr bwMode="auto">
            <a:xfrm>
              <a:off x="2289" y="2670"/>
              <a:ext cx="175" cy="350"/>
            </a:xfrm>
            <a:custGeom>
              <a:avLst/>
              <a:gdLst>
                <a:gd name="T0" fmla="*/ 0 w 453"/>
                <a:gd name="T1" fmla="*/ 452 h 905"/>
                <a:gd name="T2" fmla="*/ 453 w 453"/>
                <a:gd name="T3" fmla="*/ 905 h 905"/>
                <a:gd name="T4" fmla="*/ 453 w 453"/>
                <a:gd name="T5" fmla="*/ 0 h 905"/>
                <a:gd name="T6" fmla="*/ 0 w 453"/>
                <a:gd name="T7" fmla="*/ 452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905">
                  <a:moveTo>
                    <a:pt x="0" y="452"/>
                  </a:moveTo>
                  <a:cubicBezTo>
                    <a:pt x="0" y="702"/>
                    <a:pt x="203" y="905"/>
                    <a:pt x="453" y="905"/>
                  </a:cubicBezTo>
                  <a:lnTo>
                    <a:pt x="453" y="0"/>
                  </a:lnTo>
                  <a:cubicBezTo>
                    <a:pt x="203" y="0"/>
                    <a:pt x="0" y="202"/>
                    <a:pt x="0" y="452"/>
                  </a:cubicBezTo>
                  <a:close/>
                </a:path>
              </a:pathLst>
            </a:cu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2438" y="2690"/>
              <a:ext cx="60" cy="317"/>
            </a:xfrm>
            <a:prstGeom prst="rect">
              <a:avLst/>
            </a:prstGeom>
            <a:solidFill>
              <a:srgbClr val="FE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Oval 20"/>
            <p:cNvSpPr>
              <a:spLocks noChangeArrowheads="1"/>
            </p:cNvSpPr>
            <p:nvPr/>
          </p:nvSpPr>
          <p:spPr bwMode="auto">
            <a:xfrm>
              <a:off x="2193" y="2802"/>
              <a:ext cx="93" cy="94"/>
            </a:xfrm>
            <a:prstGeom prst="ellipse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21"/>
            <p:cNvSpPr/>
            <p:nvPr/>
          </p:nvSpPr>
          <p:spPr bwMode="auto">
            <a:xfrm>
              <a:off x="1962" y="1704"/>
              <a:ext cx="248" cy="153"/>
            </a:xfrm>
            <a:custGeom>
              <a:avLst/>
              <a:gdLst>
                <a:gd name="T0" fmla="*/ 0 w 248"/>
                <a:gd name="T1" fmla="*/ 153 h 153"/>
                <a:gd name="T2" fmla="*/ 0 w 248"/>
                <a:gd name="T3" fmla="*/ 0 h 153"/>
                <a:gd name="T4" fmla="*/ 248 w 248"/>
                <a:gd name="T5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8" h="153">
                  <a:moveTo>
                    <a:pt x="0" y="153"/>
                  </a:moveTo>
                  <a:lnTo>
                    <a:pt x="0" y="0"/>
                  </a:lnTo>
                  <a:lnTo>
                    <a:pt x="248" y="0"/>
                  </a:lnTo>
                </a:path>
              </a:pathLst>
            </a:cu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 flipH="1">
              <a:off x="1880" y="1869"/>
              <a:ext cx="175" cy="0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Rectangle 23"/>
            <p:cNvSpPr>
              <a:spLocks noChangeArrowheads="1"/>
            </p:cNvSpPr>
            <p:nvPr/>
          </p:nvSpPr>
          <p:spPr bwMode="auto">
            <a:xfrm>
              <a:off x="1157" y="1300"/>
              <a:ext cx="31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CP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Freeform 25"/>
            <p:cNvSpPr/>
            <p:nvPr/>
          </p:nvSpPr>
          <p:spPr bwMode="auto">
            <a:xfrm>
              <a:off x="2734" y="1190"/>
              <a:ext cx="888" cy="1557"/>
            </a:xfrm>
            <a:custGeom>
              <a:avLst/>
              <a:gdLst>
                <a:gd name="T0" fmla="*/ 888 w 888"/>
                <a:gd name="T1" fmla="*/ 0 h 1557"/>
                <a:gd name="T2" fmla="*/ 888 w 888"/>
                <a:gd name="T3" fmla="*/ 1557 h 1557"/>
                <a:gd name="T4" fmla="*/ 0 w 888"/>
                <a:gd name="T5" fmla="*/ 1557 h 15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88" h="1557">
                  <a:moveTo>
                    <a:pt x="888" y="0"/>
                  </a:moveTo>
                  <a:lnTo>
                    <a:pt x="888" y="1557"/>
                  </a:lnTo>
                  <a:lnTo>
                    <a:pt x="0" y="1557"/>
                  </a:lnTo>
                </a:path>
              </a:pathLst>
            </a:cu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 flipH="1" flipV="1">
              <a:off x="3084" y="1187"/>
              <a:ext cx="538" cy="3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27"/>
            <p:cNvSpPr>
              <a:spLocks noChangeArrowheads="1"/>
            </p:cNvSpPr>
            <p:nvPr/>
          </p:nvSpPr>
          <p:spPr bwMode="auto">
            <a:xfrm>
              <a:off x="3199" y="949"/>
              <a:ext cx="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Oval 28"/>
            <p:cNvSpPr>
              <a:spLocks noChangeArrowheads="1"/>
            </p:cNvSpPr>
            <p:nvPr/>
          </p:nvSpPr>
          <p:spPr bwMode="auto">
            <a:xfrm>
              <a:off x="3076" y="2135"/>
              <a:ext cx="94" cy="94"/>
            </a:xfrm>
            <a:prstGeom prst="ellipse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 flipH="1">
              <a:off x="3173" y="2173"/>
              <a:ext cx="192" cy="0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3192" y="1934"/>
              <a:ext cx="2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Calibri" panose="020F0502020204030204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Freeform 31"/>
            <p:cNvSpPr/>
            <p:nvPr/>
          </p:nvSpPr>
          <p:spPr bwMode="auto">
            <a:xfrm>
              <a:off x="1903" y="2056"/>
              <a:ext cx="289" cy="784"/>
            </a:xfrm>
            <a:custGeom>
              <a:avLst/>
              <a:gdLst>
                <a:gd name="T0" fmla="*/ 0 w 289"/>
                <a:gd name="T1" fmla="*/ 0 h 784"/>
                <a:gd name="T2" fmla="*/ 0 w 289"/>
                <a:gd name="T3" fmla="*/ 784 h 784"/>
                <a:gd name="T4" fmla="*/ 289 w 289"/>
                <a:gd name="T5" fmla="*/ 784 h 7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9" h="784">
                  <a:moveTo>
                    <a:pt x="0" y="0"/>
                  </a:moveTo>
                  <a:lnTo>
                    <a:pt x="0" y="784"/>
                  </a:lnTo>
                  <a:lnTo>
                    <a:pt x="289" y="784"/>
                  </a:lnTo>
                </a:path>
              </a:pathLst>
            </a:cu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Oval 32"/>
            <p:cNvSpPr>
              <a:spLocks noChangeArrowheads="1"/>
            </p:cNvSpPr>
            <p:nvPr/>
          </p:nvSpPr>
          <p:spPr bwMode="auto">
            <a:xfrm>
              <a:off x="2106" y="2018"/>
              <a:ext cx="94" cy="93"/>
            </a:xfrm>
            <a:prstGeom prst="ellipse">
              <a:avLst/>
            </a:prstGeom>
            <a:noFill/>
            <a:ln w="30163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33"/>
            <p:cNvSpPr>
              <a:spLocks noChangeShapeType="1"/>
            </p:cNvSpPr>
            <p:nvPr/>
          </p:nvSpPr>
          <p:spPr bwMode="auto">
            <a:xfrm flipH="1">
              <a:off x="1903" y="2056"/>
              <a:ext cx="199" cy="0"/>
            </a:xfrm>
            <a:prstGeom prst="line">
              <a:avLst/>
            </a:prstGeom>
            <a:noFill/>
            <a:ln w="30163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556" name="AutoShape 295"/>
          <p:cNvSpPr>
            <a:spLocks noChangeAspect="1" noChangeArrowheads="1" noTextEdit="1"/>
          </p:cNvSpPr>
          <p:nvPr/>
        </p:nvSpPr>
        <p:spPr bwMode="auto">
          <a:xfrm>
            <a:off x="6229350" y="1614165"/>
            <a:ext cx="4762500" cy="172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7" name="Rectangle 327"/>
          <p:cNvSpPr>
            <a:spLocks noChangeArrowheads="1"/>
          </p:cNvSpPr>
          <p:nvPr/>
        </p:nvSpPr>
        <p:spPr bwMode="auto">
          <a:xfrm>
            <a:off x="6669088" y="1998340"/>
            <a:ext cx="439738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CP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8" name="Freeform 329"/>
          <p:cNvSpPr/>
          <p:nvPr/>
        </p:nvSpPr>
        <p:spPr bwMode="auto">
          <a:xfrm>
            <a:off x="7929563" y="1899915"/>
            <a:ext cx="303213" cy="496887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9" name="Freeform 330"/>
          <p:cNvSpPr/>
          <p:nvPr/>
        </p:nvSpPr>
        <p:spPr bwMode="auto">
          <a:xfrm>
            <a:off x="8231188" y="1909440"/>
            <a:ext cx="320675" cy="487362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0" name="Freeform 331"/>
          <p:cNvSpPr/>
          <p:nvPr/>
        </p:nvSpPr>
        <p:spPr bwMode="auto">
          <a:xfrm>
            <a:off x="8551863" y="1899915"/>
            <a:ext cx="303213" cy="496887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1" name="Freeform 332"/>
          <p:cNvSpPr/>
          <p:nvPr/>
        </p:nvSpPr>
        <p:spPr bwMode="auto">
          <a:xfrm>
            <a:off x="8853488" y="1909440"/>
            <a:ext cx="320675" cy="487362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2" name="Freeform 333"/>
          <p:cNvSpPr/>
          <p:nvPr/>
        </p:nvSpPr>
        <p:spPr bwMode="auto">
          <a:xfrm>
            <a:off x="9174163" y="1899915"/>
            <a:ext cx="287338" cy="496887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3" name="Freeform 334"/>
          <p:cNvSpPr/>
          <p:nvPr/>
        </p:nvSpPr>
        <p:spPr bwMode="auto">
          <a:xfrm>
            <a:off x="9458325" y="1909440"/>
            <a:ext cx="322263" cy="487362"/>
          </a:xfrm>
          <a:custGeom>
            <a:avLst/>
            <a:gdLst>
              <a:gd name="T0" fmla="*/ 203 w 203"/>
              <a:gd name="T1" fmla="*/ 0 h 307"/>
              <a:gd name="T2" fmla="*/ 203 w 203"/>
              <a:gd name="T3" fmla="*/ 307 h 307"/>
              <a:gd name="T4" fmla="*/ 0 w 203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3" h="307">
                <a:moveTo>
                  <a:pt x="203" y="0"/>
                </a:moveTo>
                <a:lnTo>
                  <a:pt x="203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4" name="Freeform 335"/>
          <p:cNvSpPr/>
          <p:nvPr/>
        </p:nvSpPr>
        <p:spPr bwMode="auto">
          <a:xfrm>
            <a:off x="9802813" y="1899915"/>
            <a:ext cx="265113" cy="496887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5" name="Freeform 336"/>
          <p:cNvSpPr/>
          <p:nvPr/>
        </p:nvSpPr>
        <p:spPr bwMode="auto">
          <a:xfrm>
            <a:off x="10066338" y="1909440"/>
            <a:ext cx="320675" cy="488950"/>
          </a:xfrm>
          <a:custGeom>
            <a:avLst/>
            <a:gdLst>
              <a:gd name="T0" fmla="*/ 202 w 202"/>
              <a:gd name="T1" fmla="*/ 0 h 308"/>
              <a:gd name="T2" fmla="*/ 202 w 202"/>
              <a:gd name="T3" fmla="*/ 308 h 308"/>
              <a:gd name="T4" fmla="*/ 0 w 202"/>
              <a:gd name="T5" fmla="*/ 308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8">
                <a:moveTo>
                  <a:pt x="202" y="0"/>
                </a:moveTo>
                <a:lnTo>
                  <a:pt x="202" y="308"/>
                </a:lnTo>
                <a:lnTo>
                  <a:pt x="0" y="30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6" name="Freeform 337"/>
          <p:cNvSpPr/>
          <p:nvPr/>
        </p:nvSpPr>
        <p:spPr bwMode="auto">
          <a:xfrm>
            <a:off x="10387013" y="1901502"/>
            <a:ext cx="301625" cy="496887"/>
          </a:xfrm>
          <a:custGeom>
            <a:avLst/>
            <a:gdLst>
              <a:gd name="T0" fmla="*/ 190 w 190"/>
              <a:gd name="T1" fmla="*/ 313 h 313"/>
              <a:gd name="T2" fmla="*/ 190 w 190"/>
              <a:gd name="T3" fmla="*/ 0 h 313"/>
              <a:gd name="T4" fmla="*/ 0 w 190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0" h="313">
                <a:moveTo>
                  <a:pt x="190" y="313"/>
                </a:moveTo>
                <a:lnTo>
                  <a:pt x="190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7" name="Freeform 338"/>
          <p:cNvSpPr/>
          <p:nvPr/>
        </p:nvSpPr>
        <p:spPr bwMode="auto">
          <a:xfrm>
            <a:off x="7035800" y="1909440"/>
            <a:ext cx="255588" cy="487362"/>
          </a:xfrm>
          <a:custGeom>
            <a:avLst/>
            <a:gdLst>
              <a:gd name="T0" fmla="*/ 161 w 161"/>
              <a:gd name="T1" fmla="*/ 0 h 307"/>
              <a:gd name="T2" fmla="*/ 161 w 161"/>
              <a:gd name="T3" fmla="*/ 307 h 307"/>
              <a:gd name="T4" fmla="*/ 0 w 161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" h="307">
                <a:moveTo>
                  <a:pt x="161" y="0"/>
                </a:moveTo>
                <a:lnTo>
                  <a:pt x="161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8" name="Freeform 339"/>
          <p:cNvSpPr/>
          <p:nvPr/>
        </p:nvSpPr>
        <p:spPr bwMode="auto">
          <a:xfrm>
            <a:off x="7291388" y="1899915"/>
            <a:ext cx="303213" cy="496887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9" name="Freeform 340"/>
          <p:cNvSpPr/>
          <p:nvPr/>
        </p:nvSpPr>
        <p:spPr bwMode="auto">
          <a:xfrm>
            <a:off x="7593013" y="1909440"/>
            <a:ext cx="320675" cy="487362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0" name="Freeform 341"/>
          <p:cNvSpPr/>
          <p:nvPr/>
        </p:nvSpPr>
        <p:spPr bwMode="auto">
          <a:xfrm>
            <a:off x="9610725" y="2633340"/>
            <a:ext cx="615950" cy="485775"/>
          </a:xfrm>
          <a:custGeom>
            <a:avLst/>
            <a:gdLst>
              <a:gd name="T0" fmla="*/ 388 w 388"/>
              <a:gd name="T1" fmla="*/ 306 h 306"/>
              <a:gd name="T2" fmla="*/ 388 w 388"/>
              <a:gd name="T3" fmla="*/ 0 h 306"/>
              <a:gd name="T4" fmla="*/ 0 w 388"/>
              <a:gd name="T5" fmla="*/ 0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" h="306">
                <a:moveTo>
                  <a:pt x="388" y="306"/>
                </a:moveTo>
                <a:lnTo>
                  <a:pt x="38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1" name="Line 342"/>
          <p:cNvSpPr>
            <a:spLocks noChangeShapeType="1"/>
          </p:cNvSpPr>
          <p:nvPr/>
        </p:nvSpPr>
        <p:spPr bwMode="auto">
          <a:xfrm flipH="1">
            <a:off x="10226675" y="3119115"/>
            <a:ext cx="479425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2" name="Freeform 343"/>
          <p:cNvSpPr/>
          <p:nvPr/>
        </p:nvSpPr>
        <p:spPr bwMode="auto">
          <a:xfrm>
            <a:off x="7035800" y="2631752"/>
            <a:ext cx="193675" cy="482600"/>
          </a:xfrm>
          <a:custGeom>
            <a:avLst/>
            <a:gdLst>
              <a:gd name="T0" fmla="*/ 122 w 122"/>
              <a:gd name="T1" fmla="*/ 0 h 304"/>
              <a:gd name="T2" fmla="*/ 122 w 122"/>
              <a:gd name="T3" fmla="*/ 304 h 304"/>
              <a:gd name="T4" fmla="*/ 0 w 122"/>
              <a:gd name="T5" fmla="*/ 304 h 3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2" h="304">
                <a:moveTo>
                  <a:pt x="122" y="0"/>
                </a:moveTo>
                <a:lnTo>
                  <a:pt x="122" y="304"/>
                </a:lnTo>
                <a:lnTo>
                  <a:pt x="0" y="304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3" name="Freeform 344"/>
          <p:cNvSpPr/>
          <p:nvPr/>
        </p:nvSpPr>
        <p:spPr bwMode="auto">
          <a:xfrm>
            <a:off x="7227888" y="2631752"/>
            <a:ext cx="1722438" cy="488950"/>
          </a:xfrm>
          <a:custGeom>
            <a:avLst/>
            <a:gdLst>
              <a:gd name="T0" fmla="*/ 1085 w 1085"/>
              <a:gd name="T1" fmla="*/ 308 h 308"/>
              <a:gd name="T2" fmla="*/ 1085 w 1085"/>
              <a:gd name="T3" fmla="*/ 0 h 308"/>
              <a:gd name="T4" fmla="*/ 0 w 1085"/>
              <a:gd name="T5" fmla="*/ 0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85" h="308">
                <a:moveTo>
                  <a:pt x="1085" y="308"/>
                </a:moveTo>
                <a:lnTo>
                  <a:pt x="1085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4" name="Freeform 345"/>
          <p:cNvSpPr/>
          <p:nvPr/>
        </p:nvSpPr>
        <p:spPr bwMode="auto">
          <a:xfrm>
            <a:off x="8950325" y="2631752"/>
            <a:ext cx="660400" cy="488950"/>
          </a:xfrm>
          <a:custGeom>
            <a:avLst/>
            <a:gdLst>
              <a:gd name="T0" fmla="*/ 416 w 416"/>
              <a:gd name="T1" fmla="*/ 0 h 308"/>
              <a:gd name="T2" fmla="*/ 416 w 416"/>
              <a:gd name="T3" fmla="*/ 308 h 308"/>
              <a:gd name="T4" fmla="*/ 0 w 416"/>
              <a:gd name="T5" fmla="*/ 308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6" h="308">
                <a:moveTo>
                  <a:pt x="416" y="0"/>
                </a:moveTo>
                <a:lnTo>
                  <a:pt x="416" y="308"/>
                </a:lnTo>
                <a:lnTo>
                  <a:pt x="0" y="30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5" name="Rectangle 346"/>
          <p:cNvSpPr>
            <a:spLocks noChangeArrowheads="1"/>
          </p:cNvSpPr>
          <p:nvPr/>
        </p:nvSpPr>
        <p:spPr bwMode="auto">
          <a:xfrm>
            <a:off x="6740525" y="2795265"/>
            <a:ext cx="3032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A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6" name="椭圆 575"/>
          <p:cNvSpPr/>
          <p:nvPr/>
        </p:nvSpPr>
        <p:spPr>
          <a:xfrm>
            <a:off x="2670176" y="2216100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5" name="矩形 1024"/>
          <p:cNvSpPr>
            <a:spLocks noChangeAspect="1"/>
          </p:cNvSpPr>
          <p:nvPr/>
        </p:nvSpPr>
        <p:spPr>
          <a:xfrm>
            <a:off x="5772150" y="2309813"/>
            <a:ext cx="4762500" cy="1722438"/>
          </a:xfrm>
          <a:prstGeom prst="rect">
            <a:avLst/>
          </a:prstGeom>
          <a:noFill/>
          <a:ln w="9525"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297"/>
          <p:cNvSpPr>
            <a:spLocks noChangeArrowheads="1"/>
          </p:cNvSpPr>
          <p:nvPr/>
        </p:nvSpPr>
        <p:spPr bwMode="auto">
          <a:xfrm>
            <a:off x="2204645" y="1819582"/>
            <a:ext cx="1179513" cy="1806575"/>
          </a:xfrm>
          <a:prstGeom prst="rect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Rectangle 298"/>
          <p:cNvSpPr>
            <a:spLocks noChangeArrowheads="1"/>
          </p:cNvSpPr>
          <p:nvPr/>
        </p:nvSpPr>
        <p:spPr bwMode="auto">
          <a:xfrm>
            <a:off x="2266557" y="1919595"/>
            <a:ext cx="36195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1J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99"/>
          <p:cNvSpPr>
            <a:spLocks noChangeArrowheads="1"/>
          </p:cNvSpPr>
          <p:nvPr/>
        </p:nvSpPr>
        <p:spPr bwMode="auto">
          <a:xfrm>
            <a:off x="2490395" y="2218045"/>
            <a:ext cx="4302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C1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Freeform 300"/>
          <p:cNvSpPr/>
          <p:nvPr/>
        </p:nvSpPr>
        <p:spPr bwMode="auto">
          <a:xfrm>
            <a:off x="2204645" y="2272020"/>
            <a:ext cx="223838" cy="211137"/>
          </a:xfrm>
          <a:custGeom>
            <a:avLst/>
            <a:gdLst>
              <a:gd name="T0" fmla="*/ 0 w 141"/>
              <a:gd name="T1" fmla="*/ 133 h 133"/>
              <a:gd name="T2" fmla="*/ 141 w 141"/>
              <a:gd name="T3" fmla="*/ 67 h 133"/>
              <a:gd name="T4" fmla="*/ 0 w 141"/>
              <a:gd name="T5" fmla="*/ 0 h 133"/>
              <a:gd name="T6" fmla="*/ 0 w 141"/>
              <a:gd name="T7" fmla="*/ 133 h 1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1" h="133">
                <a:moveTo>
                  <a:pt x="0" y="133"/>
                </a:moveTo>
                <a:lnTo>
                  <a:pt x="141" y="67"/>
                </a:lnTo>
                <a:lnTo>
                  <a:pt x="0" y="0"/>
                </a:lnTo>
                <a:lnTo>
                  <a:pt x="0" y="133"/>
                </a:lnTo>
                <a:close/>
              </a:path>
            </a:pathLst>
          </a:cu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Oval 301"/>
          <p:cNvSpPr>
            <a:spLocks noChangeArrowheads="1"/>
          </p:cNvSpPr>
          <p:nvPr/>
        </p:nvSpPr>
        <p:spPr bwMode="auto">
          <a:xfrm>
            <a:off x="2061770" y="2319645"/>
            <a:ext cx="128588" cy="120650"/>
          </a:xfrm>
          <a:prstGeom prst="ellipse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Line 302"/>
          <p:cNvSpPr>
            <a:spLocks noChangeShapeType="1"/>
          </p:cNvSpPr>
          <p:nvPr/>
        </p:nvSpPr>
        <p:spPr bwMode="auto">
          <a:xfrm flipH="1">
            <a:off x="1102919" y="2376795"/>
            <a:ext cx="957263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Rectangle 303"/>
          <p:cNvSpPr>
            <a:spLocks noChangeArrowheads="1"/>
          </p:cNvSpPr>
          <p:nvPr/>
        </p:nvSpPr>
        <p:spPr bwMode="auto">
          <a:xfrm>
            <a:off x="2257032" y="2589520"/>
            <a:ext cx="431800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1K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04"/>
          <p:cNvSpPr>
            <a:spLocks noChangeArrowheads="1"/>
          </p:cNvSpPr>
          <p:nvPr/>
        </p:nvSpPr>
        <p:spPr bwMode="auto">
          <a:xfrm>
            <a:off x="2317357" y="3043545"/>
            <a:ext cx="29527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Freeform 305"/>
          <p:cNvSpPr/>
          <p:nvPr/>
        </p:nvSpPr>
        <p:spPr bwMode="auto">
          <a:xfrm>
            <a:off x="1744270" y="2076757"/>
            <a:ext cx="449263" cy="4762"/>
          </a:xfrm>
          <a:custGeom>
            <a:avLst/>
            <a:gdLst>
              <a:gd name="T0" fmla="*/ 283 w 283"/>
              <a:gd name="T1" fmla="*/ 0 h 3"/>
              <a:gd name="T2" fmla="*/ 283 w 283"/>
              <a:gd name="T3" fmla="*/ 3 h 3"/>
              <a:gd name="T4" fmla="*/ 0 w 283"/>
              <a:gd name="T5" fmla="*/ 3 h 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3" h="3">
                <a:moveTo>
                  <a:pt x="283" y="0"/>
                </a:moveTo>
                <a:lnTo>
                  <a:pt x="283" y="3"/>
                </a:lnTo>
                <a:lnTo>
                  <a:pt x="0" y="3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Rectangle 306"/>
          <p:cNvSpPr>
            <a:spLocks noChangeArrowheads="1"/>
          </p:cNvSpPr>
          <p:nvPr/>
        </p:nvSpPr>
        <p:spPr bwMode="auto">
          <a:xfrm>
            <a:off x="1529957" y="1954520"/>
            <a:ext cx="29527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A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Freeform 307"/>
          <p:cNvSpPr/>
          <p:nvPr/>
        </p:nvSpPr>
        <p:spPr bwMode="auto">
          <a:xfrm>
            <a:off x="1534719" y="2376795"/>
            <a:ext cx="1738313" cy="2287587"/>
          </a:xfrm>
          <a:custGeom>
            <a:avLst/>
            <a:gdLst>
              <a:gd name="T0" fmla="*/ 0 w 1095"/>
              <a:gd name="T1" fmla="*/ 0 h 1441"/>
              <a:gd name="T2" fmla="*/ 0 w 1095"/>
              <a:gd name="T3" fmla="*/ 1441 h 1441"/>
              <a:gd name="T4" fmla="*/ 1095 w 1095"/>
              <a:gd name="T5" fmla="*/ 1441 h 1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95" h="1441">
                <a:moveTo>
                  <a:pt x="0" y="0"/>
                </a:moveTo>
                <a:lnTo>
                  <a:pt x="0" y="1441"/>
                </a:lnTo>
                <a:lnTo>
                  <a:pt x="1095" y="1441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Freeform 308"/>
          <p:cNvSpPr/>
          <p:nvPr/>
        </p:nvSpPr>
        <p:spPr bwMode="auto">
          <a:xfrm>
            <a:off x="2953945" y="4300844"/>
            <a:ext cx="319088" cy="363537"/>
          </a:xfrm>
          <a:custGeom>
            <a:avLst/>
            <a:gdLst>
              <a:gd name="T0" fmla="*/ 201 w 201"/>
              <a:gd name="T1" fmla="*/ 229 h 229"/>
              <a:gd name="T2" fmla="*/ 201 w 201"/>
              <a:gd name="T3" fmla="*/ 0 h 229"/>
              <a:gd name="T4" fmla="*/ 0 w 201"/>
              <a:gd name="T5" fmla="*/ 0 h 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1" h="229">
                <a:moveTo>
                  <a:pt x="201" y="229"/>
                </a:moveTo>
                <a:lnTo>
                  <a:pt x="20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Rectangle 309"/>
          <p:cNvSpPr>
            <a:spLocks noChangeArrowheads="1"/>
          </p:cNvSpPr>
          <p:nvPr/>
        </p:nvSpPr>
        <p:spPr bwMode="auto">
          <a:xfrm>
            <a:off x="2539607" y="3961119"/>
            <a:ext cx="393701" cy="454025"/>
          </a:xfrm>
          <a:prstGeom prst="rect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310"/>
          <p:cNvSpPr/>
          <p:nvPr/>
        </p:nvSpPr>
        <p:spPr bwMode="auto">
          <a:xfrm>
            <a:off x="2315770" y="3964294"/>
            <a:ext cx="239713" cy="450850"/>
          </a:xfrm>
          <a:custGeom>
            <a:avLst/>
            <a:gdLst>
              <a:gd name="T0" fmla="*/ 0 w 453"/>
              <a:gd name="T1" fmla="*/ 452 h 905"/>
              <a:gd name="T2" fmla="*/ 453 w 453"/>
              <a:gd name="T3" fmla="*/ 905 h 905"/>
              <a:gd name="T4" fmla="*/ 453 w 453"/>
              <a:gd name="T5" fmla="*/ 0 h 905"/>
              <a:gd name="T6" fmla="*/ 0 w 453"/>
              <a:gd name="T7" fmla="*/ 452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53" h="905">
                <a:moveTo>
                  <a:pt x="0" y="452"/>
                </a:moveTo>
                <a:cubicBezTo>
                  <a:pt x="0" y="702"/>
                  <a:pt x="203" y="905"/>
                  <a:pt x="453" y="905"/>
                </a:cubicBezTo>
                <a:lnTo>
                  <a:pt x="453" y="0"/>
                </a:lnTo>
                <a:cubicBezTo>
                  <a:pt x="203" y="0"/>
                  <a:pt x="0" y="202"/>
                  <a:pt x="0" y="452"/>
                </a:cubicBezTo>
                <a:close/>
              </a:path>
            </a:pathLst>
          </a:cu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Rectangle 311"/>
          <p:cNvSpPr>
            <a:spLocks noChangeArrowheads="1"/>
          </p:cNvSpPr>
          <p:nvPr/>
        </p:nvSpPr>
        <p:spPr bwMode="auto">
          <a:xfrm>
            <a:off x="2518970" y="3983344"/>
            <a:ext cx="82550" cy="414000"/>
          </a:xfrm>
          <a:prstGeom prst="rect">
            <a:avLst/>
          </a:prstGeom>
          <a:solidFill>
            <a:srgbClr val="FE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Oval 312"/>
          <p:cNvSpPr>
            <a:spLocks noChangeArrowheads="1"/>
          </p:cNvSpPr>
          <p:nvPr/>
        </p:nvSpPr>
        <p:spPr bwMode="auto">
          <a:xfrm>
            <a:off x="2184007" y="4134157"/>
            <a:ext cx="128588" cy="120650"/>
          </a:xfrm>
          <a:prstGeom prst="ellipse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313"/>
          <p:cNvSpPr/>
          <p:nvPr/>
        </p:nvSpPr>
        <p:spPr bwMode="auto">
          <a:xfrm>
            <a:off x="1869682" y="2722869"/>
            <a:ext cx="314325" cy="231775"/>
          </a:xfrm>
          <a:custGeom>
            <a:avLst/>
            <a:gdLst>
              <a:gd name="T0" fmla="*/ 0 w 221"/>
              <a:gd name="T1" fmla="*/ 124 h 124"/>
              <a:gd name="T2" fmla="*/ 0 w 221"/>
              <a:gd name="T3" fmla="*/ 0 h 124"/>
              <a:gd name="T4" fmla="*/ 221 w 221"/>
              <a:gd name="T5" fmla="*/ 0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1" h="124">
                <a:moveTo>
                  <a:pt x="0" y="124"/>
                </a:moveTo>
                <a:lnTo>
                  <a:pt x="0" y="0"/>
                </a:lnTo>
                <a:lnTo>
                  <a:pt x="221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Line 314"/>
          <p:cNvSpPr>
            <a:spLocks noChangeShapeType="1"/>
          </p:cNvSpPr>
          <p:nvPr/>
        </p:nvSpPr>
        <p:spPr bwMode="auto">
          <a:xfrm flipH="1">
            <a:off x="1756970" y="2956232"/>
            <a:ext cx="239713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Rectangle 315"/>
          <p:cNvSpPr>
            <a:spLocks noChangeArrowheads="1"/>
          </p:cNvSpPr>
          <p:nvPr/>
        </p:nvSpPr>
        <p:spPr bwMode="auto">
          <a:xfrm>
            <a:off x="772719" y="2211695"/>
            <a:ext cx="43021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CP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Freeform 317"/>
          <p:cNvSpPr/>
          <p:nvPr/>
        </p:nvSpPr>
        <p:spPr bwMode="auto">
          <a:xfrm>
            <a:off x="2922195" y="2060882"/>
            <a:ext cx="1211263" cy="2001837"/>
          </a:xfrm>
          <a:custGeom>
            <a:avLst/>
            <a:gdLst>
              <a:gd name="T0" fmla="*/ 763 w 763"/>
              <a:gd name="T1" fmla="*/ 0 h 1261"/>
              <a:gd name="T2" fmla="*/ 763 w 763"/>
              <a:gd name="T3" fmla="*/ 1261 h 1261"/>
              <a:gd name="T4" fmla="*/ 0 w 763"/>
              <a:gd name="T5" fmla="*/ 1261 h 12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63" h="1261">
                <a:moveTo>
                  <a:pt x="763" y="0"/>
                </a:moveTo>
                <a:lnTo>
                  <a:pt x="763" y="1261"/>
                </a:lnTo>
                <a:lnTo>
                  <a:pt x="0" y="1261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4" name="Freeform 318"/>
          <p:cNvSpPr/>
          <p:nvPr/>
        </p:nvSpPr>
        <p:spPr bwMode="auto">
          <a:xfrm>
            <a:off x="3400032" y="2054532"/>
            <a:ext cx="733425" cy="6350"/>
          </a:xfrm>
          <a:custGeom>
            <a:avLst/>
            <a:gdLst>
              <a:gd name="T0" fmla="*/ 462 w 462"/>
              <a:gd name="T1" fmla="*/ 4 h 4"/>
              <a:gd name="T2" fmla="*/ 462 w 462"/>
              <a:gd name="T3" fmla="*/ 0 h 4"/>
              <a:gd name="T4" fmla="*/ 0 w 462"/>
              <a:gd name="T5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62" h="4">
                <a:moveTo>
                  <a:pt x="462" y="4"/>
                </a:moveTo>
                <a:lnTo>
                  <a:pt x="462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5" name="Rectangle 319"/>
          <p:cNvSpPr>
            <a:spLocks noChangeArrowheads="1"/>
          </p:cNvSpPr>
          <p:nvPr/>
        </p:nvSpPr>
        <p:spPr bwMode="auto">
          <a:xfrm>
            <a:off x="3557195" y="1757670"/>
            <a:ext cx="328613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Q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Oval 320"/>
          <p:cNvSpPr>
            <a:spLocks noChangeArrowheads="1"/>
          </p:cNvSpPr>
          <p:nvPr/>
        </p:nvSpPr>
        <p:spPr bwMode="auto">
          <a:xfrm>
            <a:off x="3388920" y="3275320"/>
            <a:ext cx="127000" cy="120650"/>
          </a:xfrm>
          <a:prstGeom prst="ellipse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7" name="Line 321"/>
          <p:cNvSpPr>
            <a:spLocks noChangeShapeType="1"/>
          </p:cNvSpPr>
          <p:nvPr/>
        </p:nvSpPr>
        <p:spPr bwMode="auto">
          <a:xfrm flipH="1">
            <a:off x="3520682" y="3324532"/>
            <a:ext cx="261938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8" name="Rectangle 322"/>
          <p:cNvSpPr>
            <a:spLocks noChangeArrowheads="1"/>
          </p:cNvSpPr>
          <p:nvPr/>
        </p:nvSpPr>
        <p:spPr bwMode="auto">
          <a:xfrm>
            <a:off x="3547670" y="3026082"/>
            <a:ext cx="32067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Q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323"/>
          <p:cNvSpPr>
            <a:spLocks noChangeShapeType="1"/>
          </p:cNvSpPr>
          <p:nvPr/>
        </p:nvSpPr>
        <p:spPr bwMode="auto">
          <a:xfrm>
            <a:off x="3560370" y="3054657"/>
            <a:ext cx="142875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0" name="Freeform 324"/>
          <p:cNvSpPr/>
          <p:nvPr/>
        </p:nvSpPr>
        <p:spPr bwMode="auto">
          <a:xfrm>
            <a:off x="1788720" y="3175307"/>
            <a:ext cx="395288" cy="1008062"/>
          </a:xfrm>
          <a:custGeom>
            <a:avLst/>
            <a:gdLst>
              <a:gd name="T0" fmla="*/ 0 w 249"/>
              <a:gd name="T1" fmla="*/ 0 h 635"/>
              <a:gd name="T2" fmla="*/ 0 w 249"/>
              <a:gd name="T3" fmla="*/ 635 h 635"/>
              <a:gd name="T4" fmla="*/ 249 w 249"/>
              <a:gd name="T5" fmla="*/ 635 h 6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9" h="635">
                <a:moveTo>
                  <a:pt x="0" y="0"/>
                </a:moveTo>
                <a:lnTo>
                  <a:pt x="0" y="635"/>
                </a:lnTo>
                <a:lnTo>
                  <a:pt x="249" y="635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1" name="Oval 325"/>
          <p:cNvSpPr>
            <a:spLocks noChangeArrowheads="1"/>
          </p:cNvSpPr>
          <p:nvPr/>
        </p:nvSpPr>
        <p:spPr bwMode="auto">
          <a:xfrm>
            <a:off x="2066532" y="3124507"/>
            <a:ext cx="127000" cy="120650"/>
          </a:xfrm>
          <a:prstGeom prst="ellipse">
            <a:avLst/>
          </a:prstGeom>
          <a:noFill/>
          <a:ln w="25400" cap="sq">
            <a:solidFill>
              <a:srgbClr val="0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Line 326"/>
          <p:cNvSpPr>
            <a:spLocks noChangeShapeType="1"/>
          </p:cNvSpPr>
          <p:nvPr/>
        </p:nvSpPr>
        <p:spPr bwMode="auto">
          <a:xfrm flipH="1">
            <a:off x="1788720" y="3175307"/>
            <a:ext cx="271463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3" name="Rectangle 347"/>
          <p:cNvSpPr>
            <a:spLocks noChangeArrowheads="1"/>
          </p:cNvSpPr>
          <p:nvPr/>
        </p:nvSpPr>
        <p:spPr bwMode="auto">
          <a:xfrm>
            <a:off x="4795446" y="1766285"/>
            <a:ext cx="666330" cy="46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CP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Freeform 349"/>
          <p:cNvSpPr/>
          <p:nvPr/>
        </p:nvSpPr>
        <p:spPr bwMode="auto">
          <a:xfrm>
            <a:off x="6705429" y="1648454"/>
            <a:ext cx="459455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6" name="Freeform 350"/>
          <p:cNvSpPr/>
          <p:nvPr/>
        </p:nvSpPr>
        <p:spPr bwMode="auto">
          <a:xfrm>
            <a:off x="7162477" y="1659676"/>
            <a:ext cx="485915" cy="574194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7" name="Freeform 351"/>
          <p:cNvSpPr/>
          <p:nvPr/>
        </p:nvSpPr>
        <p:spPr bwMode="auto">
          <a:xfrm>
            <a:off x="7648392" y="1648454"/>
            <a:ext cx="459455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8" name="Freeform 352"/>
          <p:cNvSpPr/>
          <p:nvPr/>
        </p:nvSpPr>
        <p:spPr bwMode="auto">
          <a:xfrm>
            <a:off x="8129496" y="1659676"/>
            <a:ext cx="461860" cy="574194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9" name="Freeform 353"/>
          <p:cNvSpPr/>
          <p:nvPr/>
        </p:nvSpPr>
        <p:spPr bwMode="auto">
          <a:xfrm>
            <a:off x="8603386" y="1648454"/>
            <a:ext cx="423370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0" name="Freeform 354"/>
          <p:cNvSpPr/>
          <p:nvPr/>
        </p:nvSpPr>
        <p:spPr bwMode="auto">
          <a:xfrm>
            <a:off x="9021943" y="1659676"/>
            <a:ext cx="488321" cy="574194"/>
          </a:xfrm>
          <a:custGeom>
            <a:avLst/>
            <a:gdLst>
              <a:gd name="T0" fmla="*/ 203 w 203"/>
              <a:gd name="T1" fmla="*/ 0 h 307"/>
              <a:gd name="T2" fmla="*/ 203 w 203"/>
              <a:gd name="T3" fmla="*/ 307 h 307"/>
              <a:gd name="T4" fmla="*/ 0 w 203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3" h="307">
                <a:moveTo>
                  <a:pt x="203" y="0"/>
                </a:moveTo>
                <a:lnTo>
                  <a:pt x="203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1" name="Freeform 355"/>
          <p:cNvSpPr/>
          <p:nvPr/>
        </p:nvSpPr>
        <p:spPr bwMode="auto">
          <a:xfrm>
            <a:off x="9510264" y="1648454"/>
            <a:ext cx="435400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2" name="Freeform 356"/>
          <p:cNvSpPr/>
          <p:nvPr/>
        </p:nvSpPr>
        <p:spPr bwMode="auto">
          <a:xfrm>
            <a:off x="9952880" y="1659676"/>
            <a:ext cx="476293" cy="574194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3" name="Freeform 357"/>
          <p:cNvSpPr/>
          <p:nvPr/>
        </p:nvSpPr>
        <p:spPr bwMode="auto">
          <a:xfrm>
            <a:off x="10429173" y="1648454"/>
            <a:ext cx="457049" cy="585416"/>
          </a:xfrm>
          <a:custGeom>
            <a:avLst/>
            <a:gdLst>
              <a:gd name="T0" fmla="*/ 190 w 190"/>
              <a:gd name="T1" fmla="*/ 313 h 313"/>
              <a:gd name="T2" fmla="*/ 190 w 190"/>
              <a:gd name="T3" fmla="*/ 0 h 313"/>
              <a:gd name="T4" fmla="*/ 0 w 190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0" h="313">
                <a:moveTo>
                  <a:pt x="190" y="313"/>
                </a:moveTo>
                <a:lnTo>
                  <a:pt x="190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4" name="Freeform 358"/>
          <p:cNvSpPr/>
          <p:nvPr/>
        </p:nvSpPr>
        <p:spPr bwMode="auto">
          <a:xfrm>
            <a:off x="5353527" y="1659676"/>
            <a:ext cx="384883" cy="574194"/>
          </a:xfrm>
          <a:custGeom>
            <a:avLst/>
            <a:gdLst>
              <a:gd name="T0" fmla="*/ 160 w 160"/>
              <a:gd name="T1" fmla="*/ 0 h 307"/>
              <a:gd name="T2" fmla="*/ 160 w 160"/>
              <a:gd name="T3" fmla="*/ 307 h 307"/>
              <a:gd name="T4" fmla="*/ 0 w 160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0" h="307">
                <a:moveTo>
                  <a:pt x="160" y="0"/>
                </a:moveTo>
                <a:lnTo>
                  <a:pt x="160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5" name="Freeform 359"/>
          <p:cNvSpPr/>
          <p:nvPr/>
        </p:nvSpPr>
        <p:spPr bwMode="auto">
          <a:xfrm>
            <a:off x="5738410" y="1648454"/>
            <a:ext cx="459455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6" name="Freeform 360"/>
          <p:cNvSpPr/>
          <p:nvPr/>
        </p:nvSpPr>
        <p:spPr bwMode="auto">
          <a:xfrm>
            <a:off x="6195458" y="1659676"/>
            <a:ext cx="485915" cy="574194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7" name="Freeform 361"/>
          <p:cNvSpPr/>
          <p:nvPr/>
        </p:nvSpPr>
        <p:spPr bwMode="auto">
          <a:xfrm>
            <a:off x="9252873" y="2510681"/>
            <a:ext cx="933342" cy="574194"/>
          </a:xfrm>
          <a:custGeom>
            <a:avLst/>
            <a:gdLst>
              <a:gd name="T0" fmla="*/ 388 w 388"/>
              <a:gd name="T1" fmla="*/ 307 h 307"/>
              <a:gd name="T2" fmla="*/ 388 w 388"/>
              <a:gd name="T3" fmla="*/ 0 h 307"/>
              <a:gd name="T4" fmla="*/ 0 w 388"/>
              <a:gd name="T5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" h="307">
                <a:moveTo>
                  <a:pt x="388" y="307"/>
                </a:moveTo>
                <a:lnTo>
                  <a:pt x="38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8" name="Line 362"/>
          <p:cNvSpPr>
            <a:spLocks noChangeShapeType="1"/>
          </p:cNvSpPr>
          <p:nvPr/>
        </p:nvSpPr>
        <p:spPr bwMode="auto">
          <a:xfrm flipH="1">
            <a:off x="10186215" y="3084876"/>
            <a:ext cx="748117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" name="Freeform 363"/>
          <p:cNvSpPr/>
          <p:nvPr/>
        </p:nvSpPr>
        <p:spPr bwMode="auto">
          <a:xfrm>
            <a:off x="5254899" y="2510681"/>
            <a:ext cx="387289" cy="557362"/>
          </a:xfrm>
          <a:custGeom>
            <a:avLst/>
            <a:gdLst>
              <a:gd name="T0" fmla="*/ 161 w 161"/>
              <a:gd name="T1" fmla="*/ 0 h 298"/>
              <a:gd name="T2" fmla="*/ 161 w 161"/>
              <a:gd name="T3" fmla="*/ 298 h 298"/>
              <a:gd name="T4" fmla="*/ 0 w 161"/>
              <a:gd name="T5" fmla="*/ 29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" h="298">
                <a:moveTo>
                  <a:pt x="161" y="0"/>
                </a:moveTo>
                <a:lnTo>
                  <a:pt x="161" y="298"/>
                </a:lnTo>
                <a:lnTo>
                  <a:pt x="0" y="29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0" name="Freeform 364"/>
          <p:cNvSpPr/>
          <p:nvPr/>
        </p:nvSpPr>
        <p:spPr bwMode="auto">
          <a:xfrm>
            <a:off x="5642189" y="2510681"/>
            <a:ext cx="2609990" cy="574194"/>
          </a:xfrm>
          <a:custGeom>
            <a:avLst/>
            <a:gdLst>
              <a:gd name="T0" fmla="*/ 1085 w 1085"/>
              <a:gd name="T1" fmla="*/ 307 h 307"/>
              <a:gd name="T2" fmla="*/ 1085 w 1085"/>
              <a:gd name="T3" fmla="*/ 0 h 307"/>
              <a:gd name="T4" fmla="*/ 0 w 1085"/>
              <a:gd name="T5" fmla="*/ 0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85" h="307">
                <a:moveTo>
                  <a:pt x="1085" y="307"/>
                </a:moveTo>
                <a:lnTo>
                  <a:pt x="1085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1" name="Freeform 365"/>
          <p:cNvSpPr/>
          <p:nvPr/>
        </p:nvSpPr>
        <p:spPr bwMode="auto">
          <a:xfrm>
            <a:off x="8264208" y="2510681"/>
            <a:ext cx="988665" cy="574194"/>
          </a:xfrm>
          <a:custGeom>
            <a:avLst/>
            <a:gdLst>
              <a:gd name="T0" fmla="*/ 416 w 416"/>
              <a:gd name="T1" fmla="*/ 0 h 307"/>
              <a:gd name="T2" fmla="*/ 416 w 416"/>
              <a:gd name="T3" fmla="*/ 307 h 307"/>
              <a:gd name="T4" fmla="*/ 0 w 416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16" h="307">
                <a:moveTo>
                  <a:pt x="416" y="0"/>
                </a:moveTo>
                <a:lnTo>
                  <a:pt x="416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2" name="Rectangle 366"/>
          <p:cNvSpPr>
            <a:spLocks noChangeArrowheads="1"/>
          </p:cNvSpPr>
          <p:nvPr/>
        </p:nvSpPr>
        <p:spPr bwMode="auto">
          <a:xfrm>
            <a:off x="4903694" y="2705196"/>
            <a:ext cx="447427" cy="45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A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Freeform 367"/>
          <p:cNvSpPr>
            <a:spLocks noEditPoints="1"/>
          </p:cNvSpPr>
          <p:nvPr/>
        </p:nvSpPr>
        <p:spPr bwMode="auto">
          <a:xfrm>
            <a:off x="6197863" y="2166538"/>
            <a:ext cx="0" cy="2968983"/>
          </a:xfrm>
          <a:custGeom>
            <a:avLst/>
            <a:gdLst>
              <a:gd name="T0" fmla="*/ 49 w 49"/>
              <a:gd name="T1" fmla="*/ 360 h 7153"/>
              <a:gd name="T2" fmla="*/ 1 w 49"/>
              <a:gd name="T3" fmla="*/ 360 h 7153"/>
              <a:gd name="T4" fmla="*/ 25 w 49"/>
              <a:gd name="T5" fmla="*/ 0 h 7153"/>
              <a:gd name="T6" fmla="*/ 48 w 49"/>
              <a:gd name="T7" fmla="*/ 600 h 7153"/>
              <a:gd name="T8" fmla="*/ 24 w 49"/>
              <a:gd name="T9" fmla="*/ 960 h 7153"/>
              <a:gd name="T10" fmla="*/ 0 w 49"/>
              <a:gd name="T11" fmla="*/ 600 h 7153"/>
              <a:gd name="T12" fmla="*/ 48 w 49"/>
              <a:gd name="T13" fmla="*/ 600 h 7153"/>
              <a:gd name="T14" fmla="*/ 48 w 49"/>
              <a:gd name="T15" fmla="*/ 1512 h 7153"/>
              <a:gd name="T16" fmla="*/ 0 w 49"/>
              <a:gd name="T17" fmla="*/ 1512 h 7153"/>
              <a:gd name="T18" fmla="*/ 24 w 49"/>
              <a:gd name="T19" fmla="*/ 1152 h 7153"/>
              <a:gd name="T20" fmla="*/ 48 w 49"/>
              <a:gd name="T21" fmla="*/ 1752 h 7153"/>
              <a:gd name="T22" fmla="*/ 24 w 49"/>
              <a:gd name="T23" fmla="*/ 2112 h 7153"/>
              <a:gd name="T24" fmla="*/ 0 w 49"/>
              <a:gd name="T25" fmla="*/ 1752 h 7153"/>
              <a:gd name="T26" fmla="*/ 48 w 49"/>
              <a:gd name="T27" fmla="*/ 1752 h 7153"/>
              <a:gd name="T28" fmla="*/ 48 w 49"/>
              <a:gd name="T29" fmla="*/ 2664 h 7153"/>
              <a:gd name="T30" fmla="*/ 0 w 49"/>
              <a:gd name="T31" fmla="*/ 2664 h 7153"/>
              <a:gd name="T32" fmla="*/ 24 w 49"/>
              <a:gd name="T33" fmla="*/ 2304 h 7153"/>
              <a:gd name="T34" fmla="*/ 48 w 49"/>
              <a:gd name="T35" fmla="*/ 2904 h 7153"/>
              <a:gd name="T36" fmla="*/ 24 w 49"/>
              <a:gd name="T37" fmla="*/ 3264 h 7153"/>
              <a:gd name="T38" fmla="*/ 0 w 49"/>
              <a:gd name="T39" fmla="*/ 2904 h 7153"/>
              <a:gd name="T40" fmla="*/ 48 w 49"/>
              <a:gd name="T41" fmla="*/ 2904 h 7153"/>
              <a:gd name="T42" fmla="*/ 48 w 49"/>
              <a:gd name="T43" fmla="*/ 3816 h 7153"/>
              <a:gd name="T44" fmla="*/ 0 w 49"/>
              <a:gd name="T45" fmla="*/ 3816 h 7153"/>
              <a:gd name="T46" fmla="*/ 24 w 49"/>
              <a:gd name="T47" fmla="*/ 3456 h 7153"/>
              <a:gd name="T48" fmla="*/ 48 w 49"/>
              <a:gd name="T49" fmla="*/ 4056 h 7153"/>
              <a:gd name="T50" fmla="*/ 24 w 49"/>
              <a:gd name="T51" fmla="*/ 4416 h 7153"/>
              <a:gd name="T52" fmla="*/ 0 w 49"/>
              <a:gd name="T53" fmla="*/ 4056 h 7153"/>
              <a:gd name="T54" fmla="*/ 48 w 49"/>
              <a:gd name="T55" fmla="*/ 4056 h 7153"/>
              <a:gd name="T56" fmla="*/ 48 w 49"/>
              <a:gd name="T57" fmla="*/ 4968 h 7153"/>
              <a:gd name="T58" fmla="*/ 0 w 49"/>
              <a:gd name="T59" fmla="*/ 4968 h 7153"/>
              <a:gd name="T60" fmla="*/ 24 w 49"/>
              <a:gd name="T61" fmla="*/ 4608 h 7153"/>
              <a:gd name="T62" fmla="*/ 48 w 49"/>
              <a:gd name="T63" fmla="*/ 5208 h 7153"/>
              <a:gd name="T64" fmla="*/ 24 w 49"/>
              <a:gd name="T65" fmla="*/ 5568 h 7153"/>
              <a:gd name="T66" fmla="*/ 0 w 49"/>
              <a:gd name="T67" fmla="*/ 5208 h 7153"/>
              <a:gd name="T68" fmla="*/ 48 w 49"/>
              <a:gd name="T69" fmla="*/ 5208 h 7153"/>
              <a:gd name="T70" fmla="*/ 48 w 49"/>
              <a:gd name="T71" fmla="*/ 6120 h 7153"/>
              <a:gd name="T72" fmla="*/ 0 w 49"/>
              <a:gd name="T73" fmla="*/ 6120 h 7153"/>
              <a:gd name="T74" fmla="*/ 24 w 49"/>
              <a:gd name="T75" fmla="*/ 5760 h 7153"/>
              <a:gd name="T76" fmla="*/ 48 w 49"/>
              <a:gd name="T77" fmla="*/ 6360 h 7153"/>
              <a:gd name="T78" fmla="*/ 24 w 49"/>
              <a:gd name="T79" fmla="*/ 6720 h 7153"/>
              <a:gd name="T80" fmla="*/ 0 w 49"/>
              <a:gd name="T81" fmla="*/ 6360 h 7153"/>
              <a:gd name="T82" fmla="*/ 48 w 49"/>
              <a:gd name="T83" fmla="*/ 6360 h 7153"/>
              <a:gd name="T84" fmla="*/ 48 w 49"/>
              <a:gd name="T85" fmla="*/ 7129 h 7153"/>
              <a:gd name="T86" fmla="*/ 0 w 49"/>
              <a:gd name="T87" fmla="*/ 7129 h 7153"/>
              <a:gd name="T88" fmla="*/ 24 w 49"/>
              <a:gd name="T89" fmla="*/ 6912 h 7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" h="7153">
                <a:moveTo>
                  <a:pt x="49" y="24"/>
                </a:moveTo>
                <a:lnTo>
                  <a:pt x="49" y="360"/>
                </a:lnTo>
                <a:cubicBezTo>
                  <a:pt x="49" y="373"/>
                  <a:pt x="38" y="384"/>
                  <a:pt x="24" y="384"/>
                </a:cubicBezTo>
                <a:cubicBezTo>
                  <a:pt x="11" y="384"/>
                  <a:pt x="1" y="373"/>
                  <a:pt x="1" y="360"/>
                </a:cubicBezTo>
                <a:lnTo>
                  <a:pt x="1" y="24"/>
                </a:lnTo>
                <a:cubicBezTo>
                  <a:pt x="1" y="11"/>
                  <a:pt x="11" y="0"/>
                  <a:pt x="25" y="0"/>
                </a:cubicBezTo>
                <a:cubicBezTo>
                  <a:pt x="38" y="0"/>
                  <a:pt x="49" y="11"/>
                  <a:pt x="49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49"/>
                  <a:pt x="38" y="960"/>
                  <a:pt x="24" y="960"/>
                </a:cubicBezTo>
                <a:cubicBezTo>
                  <a:pt x="11" y="960"/>
                  <a:pt x="0" y="949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8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5"/>
                  <a:pt x="38" y="1536"/>
                  <a:pt x="24" y="1536"/>
                </a:cubicBezTo>
                <a:cubicBezTo>
                  <a:pt x="11" y="1536"/>
                  <a:pt x="0" y="1525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8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1"/>
                  <a:pt x="38" y="2112"/>
                  <a:pt x="24" y="2112"/>
                </a:cubicBezTo>
                <a:cubicBezTo>
                  <a:pt x="11" y="2112"/>
                  <a:pt x="0" y="2101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8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7"/>
                  <a:pt x="38" y="2688"/>
                  <a:pt x="24" y="2688"/>
                </a:cubicBezTo>
                <a:cubicBezTo>
                  <a:pt x="11" y="2688"/>
                  <a:pt x="0" y="2677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8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3"/>
                  <a:pt x="38" y="3264"/>
                  <a:pt x="24" y="3264"/>
                </a:cubicBezTo>
                <a:cubicBezTo>
                  <a:pt x="11" y="3264"/>
                  <a:pt x="0" y="3253"/>
                  <a:pt x="0" y="3240"/>
                </a:cubicBezTo>
                <a:lnTo>
                  <a:pt x="0" y="2904"/>
                </a:lnTo>
                <a:cubicBezTo>
                  <a:pt x="0" y="2891"/>
                  <a:pt x="11" y="2880"/>
                  <a:pt x="24" y="2880"/>
                </a:cubicBezTo>
                <a:cubicBezTo>
                  <a:pt x="38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29"/>
                  <a:pt x="38" y="3840"/>
                  <a:pt x="24" y="3840"/>
                </a:cubicBezTo>
                <a:cubicBezTo>
                  <a:pt x="11" y="3840"/>
                  <a:pt x="0" y="3829"/>
                  <a:pt x="0" y="3816"/>
                </a:cubicBezTo>
                <a:lnTo>
                  <a:pt x="0" y="3480"/>
                </a:lnTo>
                <a:cubicBezTo>
                  <a:pt x="0" y="3467"/>
                  <a:pt x="11" y="3456"/>
                  <a:pt x="24" y="3456"/>
                </a:cubicBezTo>
                <a:cubicBezTo>
                  <a:pt x="38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8" y="4416"/>
                  <a:pt x="24" y="4416"/>
                </a:cubicBezTo>
                <a:cubicBezTo>
                  <a:pt x="11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8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8" y="4992"/>
                  <a:pt x="24" y="4992"/>
                </a:cubicBezTo>
                <a:cubicBezTo>
                  <a:pt x="11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8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7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8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7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7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29"/>
                </a:lnTo>
                <a:cubicBezTo>
                  <a:pt x="48" y="7143"/>
                  <a:pt x="37" y="7153"/>
                  <a:pt x="24" y="7153"/>
                </a:cubicBezTo>
                <a:cubicBezTo>
                  <a:pt x="11" y="7153"/>
                  <a:pt x="0" y="7143"/>
                  <a:pt x="0" y="7129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5" name="Line 369"/>
          <p:cNvSpPr>
            <a:spLocks noChangeShapeType="1"/>
          </p:cNvSpPr>
          <p:nvPr/>
        </p:nvSpPr>
        <p:spPr bwMode="auto">
          <a:xfrm flipH="1">
            <a:off x="6825705" y="3528147"/>
            <a:ext cx="798633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6" name="Line 370"/>
          <p:cNvSpPr>
            <a:spLocks noChangeShapeType="1"/>
          </p:cNvSpPr>
          <p:nvPr/>
        </p:nvSpPr>
        <p:spPr bwMode="auto">
          <a:xfrm flipH="1" flipV="1">
            <a:off x="7643581" y="3528147"/>
            <a:ext cx="0" cy="585416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7" name="Freeform 371"/>
          <p:cNvSpPr/>
          <p:nvPr/>
        </p:nvSpPr>
        <p:spPr bwMode="auto">
          <a:xfrm>
            <a:off x="7672447" y="3537499"/>
            <a:ext cx="72166" cy="576065"/>
          </a:xfrm>
          <a:custGeom>
            <a:avLst/>
            <a:gdLst>
              <a:gd name="T0" fmla="*/ 30 w 30"/>
              <a:gd name="T1" fmla="*/ 0 h 308"/>
              <a:gd name="T2" fmla="*/ 30 w 30"/>
              <a:gd name="T3" fmla="*/ 308 h 308"/>
              <a:gd name="T4" fmla="*/ 0 w 30"/>
              <a:gd name="T5" fmla="*/ 308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0" h="308">
                <a:moveTo>
                  <a:pt x="30" y="0"/>
                </a:moveTo>
                <a:lnTo>
                  <a:pt x="30" y="308"/>
                </a:lnTo>
                <a:lnTo>
                  <a:pt x="0" y="30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8" name="Freeform 372"/>
          <p:cNvSpPr/>
          <p:nvPr/>
        </p:nvSpPr>
        <p:spPr bwMode="auto">
          <a:xfrm>
            <a:off x="7744613" y="3528148"/>
            <a:ext cx="846743" cy="549879"/>
          </a:xfrm>
          <a:custGeom>
            <a:avLst/>
            <a:gdLst>
              <a:gd name="T0" fmla="*/ 352 w 352"/>
              <a:gd name="T1" fmla="*/ 313 h 313"/>
              <a:gd name="T2" fmla="*/ 352 w 352"/>
              <a:gd name="T3" fmla="*/ 0 h 313"/>
              <a:gd name="T4" fmla="*/ 0 w 352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2" h="313">
                <a:moveTo>
                  <a:pt x="352" y="313"/>
                </a:moveTo>
                <a:lnTo>
                  <a:pt x="352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9" name="Freeform 373"/>
          <p:cNvSpPr/>
          <p:nvPr/>
        </p:nvSpPr>
        <p:spPr bwMode="auto">
          <a:xfrm>
            <a:off x="8591356" y="3537499"/>
            <a:ext cx="96221" cy="557362"/>
          </a:xfrm>
          <a:custGeom>
            <a:avLst/>
            <a:gdLst>
              <a:gd name="T0" fmla="*/ 40 w 40"/>
              <a:gd name="T1" fmla="*/ 0 h 298"/>
              <a:gd name="T2" fmla="*/ 40 w 40"/>
              <a:gd name="T3" fmla="*/ 298 h 298"/>
              <a:gd name="T4" fmla="*/ 0 w 40"/>
              <a:gd name="T5" fmla="*/ 298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298">
                <a:moveTo>
                  <a:pt x="40" y="0"/>
                </a:moveTo>
                <a:lnTo>
                  <a:pt x="40" y="298"/>
                </a:lnTo>
                <a:lnTo>
                  <a:pt x="0" y="29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0" name="Freeform 374"/>
          <p:cNvSpPr/>
          <p:nvPr/>
        </p:nvSpPr>
        <p:spPr bwMode="auto">
          <a:xfrm>
            <a:off x="8714037" y="3530018"/>
            <a:ext cx="1715136" cy="548009"/>
          </a:xfrm>
          <a:custGeom>
            <a:avLst/>
            <a:gdLst>
              <a:gd name="T0" fmla="*/ 713 w 713"/>
              <a:gd name="T1" fmla="*/ 312 h 312"/>
              <a:gd name="T2" fmla="*/ 713 w 713"/>
              <a:gd name="T3" fmla="*/ 0 h 312"/>
              <a:gd name="T4" fmla="*/ 0 w 713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13" h="312">
                <a:moveTo>
                  <a:pt x="713" y="312"/>
                </a:moveTo>
                <a:lnTo>
                  <a:pt x="713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1" name="Freeform 375"/>
          <p:cNvSpPr/>
          <p:nvPr/>
        </p:nvSpPr>
        <p:spPr bwMode="auto">
          <a:xfrm>
            <a:off x="10429173" y="3539369"/>
            <a:ext cx="96221" cy="538658"/>
          </a:xfrm>
          <a:custGeom>
            <a:avLst/>
            <a:gdLst>
              <a:gd name="T0" fmla="*/ 40 w 40"/>
              <a:gd name="T1" fmla="*/ 0 h 288"/>
              <a:gd name="T2" fmla="*/ 40 w 40"/>
              <a:gd name="T3" fmla="*/ 288 h 288"/>
              <a:gd name="T4" fmla="*/ 0 w 40"/>
              <a:gd name="T5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0" h="288">
                <a:moveTo>
                  <a:pt x="40" y="0"/>
                </a:moveTo>
                <a:lnTo>
                  <a:pt x="40" y="288"/>
                </a:lnTo>
                <a:lnTo>
                  <a:pt x="0" y="28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2" name="Freeform 376"/>
          <p:cNvSpPr/>
          <p:nvPr/>
        </p:nvSpPr>
        <p:spPr bwMode="auto">
          <a:xfrm>
            <a:off x="10525394" y="3530018"/>
            <a:ext cx="358423" cy="583547"/>
          </a:xfrm>
          <a:custGeom>
            <a:avLst/>
            <a:gdLst>
              <a:gd name="T0" fmla="*/ 149 w 149"/>
              <a:gd name="T1" fmla="*/ 312 h 312"/>
              <a:gd name="T2" fmla="*/ 149 w 149"/>
              <a:gd name="T3" fmla="*/ 0 h 312"/>
              <a:gd name="T4" fmla="*/ 0 w 149"/>
              <a:gd name="T5" fmla="*/ 0 h 3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49" h="312">
                <a:moveTo>
                  <a:pt x="149" y="312"/>
                </a:moveTo>
                <a:lnTo>
                  <a:pt x="149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3" name="Freeform 377"/>
          <p:cNvSpPr/>
          <p:nvPr/>
        </p:nvSpPr>
        <p:spPr bwMode="auto">
          <a:xfrm>
            <a:off x="5254899" y="3528147"/>
            <a:ext cx="1426474" cy="585416"/>
          </a:xfrm>
          <a:custGeom>
            <a:avLst/>
            <a:gdLst>
              <a:gd name="T0" fmla="*/ 593 w 593"/>
              <a:gd name="T1" fmla="*/ 313 h 313"/>
              <a:gd name="T2" fmla="*/ 593 w 593"/>
              <a:gd name="T3" fmla="*/ 0 h 313"/>
              <a:gd name="T4" fmla="*/ 0 w 593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93" h="313">
                <a:moveTo>
                  <a:pt x="593" y="313"/>
                </a:moveTo>
                <a:lnTo>
                  <a:pt x="593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4" name="Freeform 378"/>
          <p:cNvSpPr/>
          <p:nvPr/>
        </p:nvSpPr>
        <p:spPr bwMode="auto">
          <a:xfrm>
            <a:off x="6681373" y="3537499"/>
            <a:ext cx="120276" cy="594769"/>
          </a:xfrm>
          <a:custGeom>
            <a:avLst/>
            <a:gdLst>
              <a:gd name="T0" fmla="*/ 50 w 50"/>
              <a:gd name="T1" fmla="*/ 0 h 318"/>
              <a:gd name="T2" fmla="*/ 50 w 50"/>
              <a:gd name="T3" fmla="*/ 318 h 318"/>
              <a:gd name="T4" fmla="*/ 0 w 50"/>
              <a:gd name="T5" fmla="*/ 318 h 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0" h="318">
                <a:moveTo>
                  <a:pt x="50" y="0"/>
                </a:moveTo>
                <a:lnTo>
                  <a:pt x="50" y="318"/>
                </a:lnTo>
                <a:lnTo>
                  <a:pt x="0" y="31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5" name="Rectangle 379"/>
          <p:cNvSpPr>
            <a:spLocks noChangeArrowheads="1"/>
          </p:cNvSpPr>
          <p:nvPr/>
        </p:nvSpPr>
        <p:spPr bwMode="auto">
          <a:xfrm>
            <a:off x="4920533" y="3649720"/>
            <a:ext cx="447427" cy="46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R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Freeform 380"/>
          <p:cNvSpPr>
            <a:spLocks noEditPoints="1"/>
          </p:cNvSpPr>
          <p:nvPr/>
        </p:nvSpPr>
        <p:spPr bwMode="auto">
          <a:xfrm>
            <a:off x="6676562" y="2239482"/>
            <a:ext cx="0" cy="2968983"/>
          </a:xfrm>
          <a:custGeom>
            <a:avLst/>
            <a:gdLst>
              <a:gd name="T0" fmla="*/ 48 w 48"/>
              <a:gd name="T1" fmla="*/ 360 h 7153"/>
              <a:gd name="T2" fmla="*/ 0 w 48"/>
              <a:gd name="T3" fmla="*/ 360 h 7153"/>
              <a:gd name="T4" fmla="*/ 24 w 48"/>
              <a:gd name="T5" fmla="*/ 0 h 7153"/>
              <a:gd name="T6" fmla="*/ 48 w 48"/>
              <a:gd name="T7" fmla="*/ 600 h 7153"/>
              <a:gd name="T8" fmla="*/ 24 w 48"/>
              <a:gd name="T9" fmla="*/ 960 h 7153"/>
              <a:gd name="T10" fmla="*/ 0 w 48"/>
              <a:gd name="T11" fmla="*/ 600 h 7153"/>
              <a:gd name="T12" fmla="*/ 48 w 48"/>
              <a:gd name="T13" fmla="*/ 600 h 7153"/>
              <a:gd name="T14" fmla="*/ 48 w 48"/>
              <a:gd name="T15" fmla="*/ 1512 h 7153"/>
              <a:gd name="T16" fmla="*/ 0 w 48"/>
              <a:gd name="T17" fmla="*/ 1512 h 7153"/>
              <a:gd name="T18" fmla="*/ 24 w 48"/>
              <a:gd name="T19" fmla="*/ 1152 h 7153"/>
              <a:gd name="T20" fmla="*/ 48 w 48"/>
              <a:gd name="T21" fmla="*/ 1752 h 7153"/>
              <a:gd name="T22" fmla="*/ 24 w 48"/>
              <a:gd name="T23" fmla="*/ 2112 h 7153"/>
              <a:gd name="T24" fmla="*/ 0 w 48"/>
              <a:gd name="T25" fmla="*/ 1752 h 7153"/>
              <a:gd name="T26" fmla="*/ 48 w 48"/>
              <a:gd name="T27" fmla="*/ 1752 h 7153"/>
              <a:gd name="T28" fmla="*/ 48 w 48"/>
              <a:gd name="T29" fmla="*/ 2664 h 7153"/>
              <a:gd name="T30" fmla="*/ 0 w 48"/>
              <a:gd name="T31" fmla="*/ 2664 h 7153"/>
              <a:gd name="T32" fmla="*/ 24 w 48"/>
              <a:gd name="T33" fmla="*/ 2304 h 7153"/>
              <a:gd name="T34" fmla="*/ 48 w 48"/>
              <a:gd name="T35" fmla="*/ 2904 h 7153"/>
              <a:gd name="T36" fmla="*/ 24 w 48"/>
              <a:gd name="T37" fmla="*/ 3264 h 7153"/>
              <a:gd name="T38" fmla="*/ 0 w 48"/>
              <a:gd name="T39" fmla="*/ 2904 h 7153"/>
              <a:gd name="T40" fmla="*/ 48 w 48"/>
              <a:gd name="T41" fmla="*/ 2904 h 7153"/>
              <a:gd name="T42" fmla="*/ 48 w 48"/>
              <a:gd name="T43" fmla="*/ 3816 h 7153"/>
              <a:gd name="T44" fmla="*/ 0 w 48"/>
              <a:gd name="T45" fmla="*/ 3816 h 7153"/>
              <a:gd name="T46" fmla="*/ 24 w 48"/>
              <a:gd name="T47" fmla="*/ 3456 h 7153"/>
              <a:gd name="T48" fmla="*/ 48 w 48"/>
              <a:gd name="T49" fmla="*/ 4056 h 7153"/>
              <a:gd name="T50" fmla="*/ 24 w 48"/>
              <a:gd name="T51" fmla="*/ 4416 h 7153"/>
              <a:gd name="T52" fmla="*/ 0 w 48"/>
              <a:gd name="T53" fmla="*/ 4056 h 7153"/>
              <a:gd name="T54" fmla="*/ 48 w 48"/>
              <a:gd name="T55" fmla="*/ 4056 h 7153"/>
              <a:gd name="T56" fmla="*/ 48 w 48"/>
              <a:gd name="T57" fmla="*/ 4968 h 7153"/>
              <a:gd name="T58" fmla="*/ 0 w 48"/>
              <a:gd name="T59" fmla="*/ 4968 h 7153"/>
              <a:gd name="T60" fmla="*/ 24 w 48"/>
              <a:gd name="T61" fmla="*/ 4608 h 7153"/>
              <a:gd name="T62" fmla="*/ 48 w 48"/>
              <a:gd name="T63" fmla="*/ 5208 h 7153"/>
              <a:gd name="T64" fmla="*/ 24 w 48"/>
              <a:gd name="T65" fmla="*/ 5568 h 7153"/>
              <a:gd name="T66" fmla="*/ 0 w 48"/>
              <a:gd name="T67" fmla="*/ 5208 h 7153"/>
              <a:gd name="T68" fmla="*/ 48 w 48"/>
              <a:gd name="T69" fmla="*/ 5208 h 7153"/>
              <a:gd name="T70" fmla="*/ 48 w 48"/>
              <a:gd name="T71" fmla="*/ 6120 h 7153"/>
              <a:gd name="T72" fmla="*/ 0 w 48"/>
              <a:gd name="T73" fmla="*/ 6120 h 7153"/>
              <a:gd name="T74" fmla="*/ 24 w 48"/>
              <a:gd name="T75" fmla="*/ 5760 h 7153"/>
              <a:gd name="T76" fmla="*/ 48 w 48"/>
              <a:gd name="T77" fmla="*/ 6360 h 7153"/>
              <a:gd name="T78" fmla="*/ 24 w 48"/>
              <a:gd name="T79" fmla="*/ 6720 h 7153"/>
              <a:gd name="T80" fmla="*/ 0 w 48"/>
              <a:gd name="T81" fmla="*/ 6360 h 7153"/>
              <a:gd name="T82" fmla="*/ 48 w 48"/>
              <a:gd name="T83" fmla="*/ 6360 h 7153"/>
              <a:gd name="T84" fmla="*/ 48 w 48"/>
              <a:gd name="T85" fmla="*/ 7129 h 7153"/>
              <a:gd name="T86" fmla="*/ 0 w 48"/>
              <a:gd name="T87" fmla="*/ 7129 h 7153"/>
              <a:gd name="T88" fmla="*/ 24 w 48"/>
              <a:gd name="T89" fmla="*/ 6912 h 71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8" h="7153">
                <a:moveTo>
                  <a:pt x="48" y="24"/>
                </a:moveTo>
                <a:lnTo>
                  <a:pt x="48" y="360"/>
                </a:lnTo>
                <a:cubicBezTo>
                  <a:pt x="48" y="373"/>
                  <a:pt x="37" y="384"/>
                  <a:pt x="24" y="384"/>
                </a:cubicBezTo>
                <a:cubicBezTo>
                  <a:pt x="11" y="384"/>
                  <a:pt x="0" y="373"/>
                  <a:pt x="0" y="360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49"/>
                  <a:pt x="37" y="960"/>
                  <a:pt x="24" y="960"/>
                </a:cubicBezTo>
                <a:cubicBezTo>
                  <a:pt x="11" y="960"/>
                  <a:pt x="0" y="949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7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5"/>
                  <a:pt x="37" y="1536"/>
                  <a:pt x="24" y="1536"/>
                </a:cubicBezTo>
                <a:cubicBezTo>
                  <a:pt x="11" y="1536"/>
                  <a:pt x="0" y="1525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7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1"/>
                  <a:pt x="37" y="2112"/>
                  <a:pt x="24" y="2112"/>
                </a:cubicBezTo>
                <a:cubicBezTo>
                  <a:pt x="11" y="2112"/>
                  <a:pt x="0" y="2101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7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7"/>
                  <a:pt x="37" y="2688"/>
                  <a:pt x="24" y="2688"/>
                </a:cubicBezTo>
                <a:cubicBezTo>
                  <a:pt x="11" y="2688"/>
                  <a:pt x="0" y="2677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7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3"/>
                  <a:pt x="37" y="3264"/>
                  <a:pt x="24" y="3264"/>
                </a:cubicBezTo>
                <a:cubicBezTo>
                  <a:pt x="11" y="3264"/>
                  <a:pt x="0" y="3253"/>
                  <a:pt x="0" y="3240"/>
                </a:cubicBezTo>
                <a:lnTo>
                  <a:pt x="0" y="2904"/>
                </a:lnTo>
                <a:cubicBezTo>
                  <a:pt x="0" y="2891"/>
                  <a:pt x="11" y="2880"/>
                  <a:pt x="24" y="2880"/>
                </a:cubicBezTo>
                <a:cubicBezTo>
                  <a:pt x="37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29"/>
                  <a:pt x="37" y="3840"/>
                  <a:pt x="24" y="3840"/>
                </a:cubicBezTo>
                <a:cubicBezTo>
                  <a:pt x="11" y="3840"/>
                  <a:pt x="0" y="3829"/>
                  <a:pt x="0" y="3816"/>
                </a:cubicBezTo>
                <a:lnTo>
                  <a:pt x="0" y="3480"/>
                </a:lnTo>
                <a:cubicBezTo>
                  <a:pt x="0" y="3467"/>
                  <a:pt x="11" y="3456"/>
                  <a:pt x="24" y="3456"/>
                </a:cubicBezTo>
                <a:cubicBezTo>
                  <a:pt x="37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7" y="4416"/>
                  <a:pt x="24" y="4416"/>
                </a:cubicBezTo>
                <a:cubicBezTo>
                  <a:pt x="11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7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7" y="4992"/>
                  <a:pt x="24" y="4992"/>
                </a:cubicBezTo>
                <a:cubicBezTo>
                  <a:pt x="11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7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7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7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7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7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29"/>
                </a:lnTo>
                <a:cubicBezTo>
                  <a:pt x="48" y="7143"/>
                  <a:pt x="37" y="7153"/>
                  <a:pt x="24" y="7153"/>
                </a:cubicBezTo>
                <a:cubicBezTo>
                  <a:pt x="11" y="7153"/>
                  <a:pt x="0" y="7143"/>
                  <a:pt x="0" y="7129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7" name="Freeform 381"/>
          <p:cNvSpPr>
            <a:spLocks noEditPoints="1"/>
          </p:cNvSpPr>
          <p:nvPr/>
        </p:nvSpPr>
        <p:spPr bwMode="auto">
          <a:xfrm>
            <a:off x="7157666" y="2211426"/>
            <a:ext cx="0" cy="2968983"/>
          </a:xfrm>
          <a:custGeom>
            <a:avLst/>
            <a:gdLst>
              <a:gd name="T0" fmla="*/ 48 w 48"/>
              <a:gd name="T1" fmla="*/ 360 h 7154"/>
              <a:gd name="T2" fmla="*/ 0 w 48"/>
              <a:gd name="T3" fmla="*/ 360 h 7154"/>
              <a:gd name="T4" fmla="*/ 24 w 48"/>
              <a:gd name="T5" fmla="*/ 0 h 7154"/>
              <a:gd name="T6" fmla="*/ 48 w 48"/>
              <a:gd name="T7" fmla="*/ 600 h 7154"/>
              <a:gd name="T8" fmla="*/ 24 w 48"/>
              <a:gd name="T9" fmla="*/ 960 h 7154"/>
              <a:gd name="T10" fmla="*/ 0 w 48"/>
              <a:gd name="T11" fmla="*/ 600 h 7154"/>
              <a:gd name="T12" fmla="*/ 48 w 48"/>
              <a:gd name="T13" fmla="*/ 600 h 7154"/>
              <a:gd name="T14" fmla="*/ 48 w 48"/>
              <a:gd name="T15" fmla="*/ 1512 h 7154"/>
              <a:gd name="T16" fmla="*/ 0 w 48"/>
              <a:gd name="T17" fmla="*/ 1512 h 7154"/>
              <a:gd name="T18" fmla="*/ 24 w 48"/>
              <a:gd name="T19" fmla="*/ 1152 h 7154"/>
              <a:gd name="T20" fmla="*/ 48 w 48"/>
              <a:gd name="T21" fmla="*/ 1752 h 7154"/>
              <a:gd name="T22" fmla="*/ 24 w 48"/>
              <a:gd name="T23" fmla="*/ 2112 h 7154"/>
              <a:gd name="T24" fmla="*/ 0 w 48"/>
              <a:gd name="T25" fmla="*/ 1752 h 7154"/>
              <a:gd name="T26" fmla="*/ 48 w 48"/>
              <a:gd name="T27" fmla="*/ 1752 h 7154"/>
              <a:gd name="T28" fmla="*/ 48 w 48"/>
              <a:gd name="T29" fmla="*/ 2664 h 7154"/>
              <a:gd name="T30" fmla="*/ 0 w 48"/>
              <a:gd name="T31" fmla="*/ 2664 h 7154"/>
              <a:gd name="T32" fmla="*/ 24 w 48"/>
              <a:gd name="T33" fmla="*/ 2304 h 7154"/>
              <a:gd name="T34" fmla="*/ 48 w 48"/>
              <a:gd name="T35" fmla="*/ 2904 h 7154"/>
              <a:gd name="T36" fmla="*/ 24 w 48"/>
              <a:gd name="T37" fmla="*/ 3264 h 7154"/>
              <a:gd name="T38" fmla="*/ 0 w 48"/>
              <a:gd name="T39" fmla="*/ 2904 h 7154"/>
              <a:gd name="T40" fmla="*/ 48 w 48"/>
              <a:gd name="T41" fmla="*/ 2904 h 7154"/>
              <a:gd name="T42" fmla="*/ 48 w 48"/>
              <a:gd name="T43" fmla="*/ 3816 h 7154"/>
              <a:gd name="T44" fmla="*/ 0 w 48"/>
              <a:gd name="T45" fmla="*/ 3816 h 7154"/>
              <a:gd name="T46" fmla="*/ 24 w 48"/>
              <a:gd name="T47" fmla="*/ 3456 h 7154"/>
              <a:gd name="T48" fmla="*/ 48 w 48"/>
              <a:gd name="T49" fmla="*/ 4056 h 7154"/>
              <a:gd name="T50" fmla="*/ 24 w 48"/>
              <a:gd name="T51" fmla="*/ 4416 h 7154"/>
              <a:gd name="T52" fmla="*/ 0 w 48"/>
              <a:gd name="T53" fmla="*/ 4056 h 7154"/>
              <a:gd name="T54" fmla="*/ 48 w 48"/>
              <a:gd name="T55" fmla="*/ 4056 h 7154"/>
              <a:gd name="T56" fmla="*/ 48 w 48"/>
              <a:gd name="T57" fmla="*/ 4968 h 7154"/>
              <a:gd name="T58" fmla="*/ 0 w 48"/>
              <a:gd name="T59" fmla="*/ 4968 h 7154"/>
              <a:gd name="T60" fmla="*/ 24 w 48"/>
              <a:gd name="T61" fmla="*/ 4608 h 7154"/>
              <a:gd name="T62" fmla="*/ 48 w 48"/>
              <a:gd name="T63" fmla="*/ 5208 h 7154"/>
              <a:gd name="T64" fmla="*/ 24 w 48"/>
              <a:gd name="T65" fmla="*/ 5568 h 7154"/>
              <a:gd name="T66" fmla="*/ 0 w 48"/>
              <a:gd name="T67" fmla="*/ 5208 h 7154"/>
              <a:gd name="T68" fmla="*/ 48 w 48"/>
              <a:gd name="T69" fmla="*/ 5208 h 7154"/>
              <a:gd name="T70" fmla="*/ 48 w 48"/>
              <a:gd name="T71" fmla="*/ 6120 h 7154"/>
              <a:gd name="T72" fmla="*/ 0 w 48"/>
              <a:gd name="T73" fmla="*/ 6120 h 7154"/>
              <a:gd name="T74" fmla="*/ 24 w 48"/>
              <a:gd name="T75" fmla="*/ 5760 h 7154"/>
              <a:gd name="T76" fmla="*/ 48 w 48"/>
              <a:gd name="T77" fmla="*/ 6360 h 7154"/>
              <a:gd name="T78" fmla="*/ 24 w 48"/>
              <a:gd name="T79" fmla="*/ 6720 h 7154"/>
              <a:gd name="T80" fmla="*/ 0 w 48"/>
              <a:gd name="T81" fmla="*/ 6360 h 7154"/>
              <a:gd name="T82" fmla="*/ 48 w 48"/>
              <a:gd name="T83" fmla="*/ 6360 h 7154"/>
              <a:gd name="T84" fmla="*/ 48 w 48"/>
              <a:gd name="T85" fmla="*/ 7130 h 7154"/>
              <a:gd name="T86" fmla="*/ 0 w 48"/>
              <a:gd name="T87" fmla="*/ 7130 h 7154"/>
              <a:gd name="T88" fmla="*/ 24 w 48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8" h="7154">
                <a:moveTo>
                  <a:pt x="48" y="24"/>
                </a:moveTo>
                <a:lnTo>
                  <a:pt x="48" y="360"/>
                </a:lnTo>
                <a:cubicBezTo>
                  <a:pt x="48" y="373"/>
                  <a:pt x="37" y="384"/>
                  <a:pt x="24" y="384"/>
                </a:cubicBezTo>
                <a:cubicBezTo>
                  <a:pt x="11" y="384"/>
                  <a:pt x="0" y="373"/>
                  <a:pt x="0" y="360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49"/>
                  <a:pt x="37" y="960"/>
                  <a:pt x="24" y="960"/>
                </a:cubicBezTo>
                <a:cubicBezTo>
                  <a:pt x="11" y="960"/>
                  <a:pt x="0" y="949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7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5"/>
                  <a:pt x="37" y="1536"/>
                  <a:pt x="24" y="1536"/>
                </a:cubicBezTo>
                <a:cubicBezTo>
                  <a:pt x="11" y="1536"/>
                  <a:pt x="0" y="1525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7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1"/>
                  <a:pt x="37" y="2112"/>
                  <a:pt x="24" y="2112"/>
                </a:cubicBezTo>
                <a:cubicBezTo>
                  <a:pt x="11" y="2112"/>
                  <a:pt x="0" y="2101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7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7"/>
                  <a:pt x="37" y="2688"/>
                  <a:pt x="24" y="2688"/>
                </a:cubicBezTo>
                <a:cubicBezTo>
                  <a:pt x="10" y="2688"/>
                  <a:pt x="0" y="2677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7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3"/>
                  <a:pt x="37" y="3264"/>
                  <a:pt x="24" y="3264"/>
                </a:cubicBezTo>
                <a:cubicBezTo>
                  <a:pt x="10" y="3264"/>
                  <a:pt x="0" y="3253"/>
                  <a:pt x="0" y="3240"/>
                </a:cubicBezTo>
                <a:lnTo>
                  <a:pt x="0" y="2904"/>
                </a:lnTo>
                <a:cubicBezTo>
                  <a:pt x="0" y="2891"/>
                  <a:pt x="10" y="2880"/>
                  <a:pt x="24" y="2880"/>
                </a:cubicBezTo>
                <a:cubicBezTo>
                  <a:pt x="37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29"/>
                  <a:pt x="37" y="3840"/>
                  <a:pt x="24" y="3840"/>
                </a:cubicBezTo>
                <a:cubicBezTo>
                  <a:pt x="10" y="3840"/>
                  <a:pt x="0" y="3829"/>
                  <a:pt x="0" y="3816"/>
                </a:cubicBezTo>
                <a:lnTo>
                  <a:pt x="0" y="3480"/>
                </a:lnTo>
                <a:cubicBezTo>
                  <a:pt x="0" y="3467"/>
                  <a:pt x="10" y="3456"/>
                  <a:pt x="24" y="3456"/>
                </a:cubicBezTo>
                <a:cubicBezTo>
                  <a:pt x="37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7" y="4416"/>
                  <a:pt x="24" y="4416"/>
                </a:cubicBezTo>
                <a:cubicBezTo>
                  <a:pt x="10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0" y="4032"/>
                  <a:pt x="24" y="4032"/>
                </a:cubicBezTo>
                <a:cubicBezTo>
                  <a:pt x="37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7" y="4992"/>
                  <a:pt x="24" y="4992"/>
                </a:cubicBezTo>
                <a:cubicBezTo>
                  <a:pt x="10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0" y="4608"/>
                  <a:pt x="24" y="4608"/>
                </a:cubicBezTo>
                <a:cubicBezTo>
                  <a:pt x="37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7" y="5568"/>
                  <a:pt x="24" y="5568"/>
                </a:cubicBezTo>
                <a:cubicBezTo>
                  <a:pt x="10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0" y="5184"/>
                  <a:pt x="24" y="5184"/>
                </a:cubicBezTo>
                <a:cubicBezTo>
                  <a:pt x="37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7" y="6144"/>
                  <a:pt x="24" y="6144"/>
                </a:cubicBezTo>
                <a:cubicBezTo>
                  <a:pt x="10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0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7" y="6720"/>
                  <a:pt x="24" y="6720"/>
                </a:cubicBezTo>
                <a:cubicBezTo>
                  <a:pt x="10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0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7" y="7154"/>
                  <a:pt x="24" y="7154"/>
                </a:cubicBezTo>
                <a:cubicBezTo>
                  <a:pt x="10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0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8" name="Freeform 382"/>
          <p:cNvSpPr>
            <a:spLocks noEditPoints="1"/>
          </p:cNvSpPr>
          <p:nvPr/>
        </p:nvSpPr>
        <p:spPr bwMode="auto">
          <a:xfrm>
            <a:off x="7643581" y="2230130"/>
            <a:ext cx="0" cy="2968983"/>
          </a:xfrm>
          <a:custGeom>
            <a:avLst/>
            <a:gdLst>
              <a:gd name="T0" fmla="*/ 49 w 49"/>
              <a:gd name="T1" fmla="*/ 360 h 7154"/>
              <a:gd name="T2" fmla="*/ 1 w 49"/>
              <a:gd name="T3" fmla="*/ 360 h 7154"/>
              <a:gd name="T4" fmla="*/ 25 w 49"/>
              <a:gd name="T5" fmla="*/ 0 h 7154"/>
              <a:gd name="T6" fmla="*/ 49 w 49"/>
              <a:gd name="T7" fmla="*/ 600 h 7154"/>
              <a:gd name="T8" fmla="*/ 25 w 49"/>
              <a:gd name="T9" fmla="*/ 960 h 7154"/>
              <a:gd name="T10" fmla="*/ 1 w 49"/>
              <a:gd name="T11" fmla="*/ 600 h 7154"/>
              <a:gd name="T12" fmla="*/ 49 w 49"/>
              <a:gd name="T13" fmla="*/ 600 h 7154"/>
              <a:gd name="T14" fmla="*/ 49 w 49"/>
              <a:gd name="T15" fmla="*/ 1512 h 7154"/>
              <a:gd name="T16" fmla="*/ 1 w 49"/>
              <a:gd name="T17" fmla="*/ 1512 h 7154"/>
              <a:gd name="T18" fmla="*/ 25 w 49"/>
              <a:gd name="T19" fmla="*/ 1152 h 7154"/>
              <a:gd name="T20" fmla="*/ 49 w 49"/>
              <a:gd name="T21" fmla="*/ 1752 h 7154"/>
              <a:gd name="T22" fmla="*/ 25 w 49"/>
              <a:gd name="T23" fmla="*/ 2112 h 7154"/>
              <a:gd name="T24" fmla="*/ 1 w 49"/>
              <a:gd name="T25" fmla="*/ 1752 h 7154"/>
              <a:gd name="T26" fmla="*/ 49 w 49"/>
              <a:gd name="T27" fmla="*/ 1752 h 7154"/>
              <a:gd name="T28" fmla="*/ 49 w 49"/>
              <a:gd name="T29" fmla="*/ 2664 h 7154"/>
              <a:gd name="T30" fmla="*/ 1 w 49"/>
              <a:gd name="T31" fmla="*/ 2664 h 7154"/>
              <a:gd name="T32" fmla="*/ 25 w 49"/>
              <a:gd name="T33" fmla="*/ 2304 h 7154"/>
              <a:gd name="T34" fmla="*/ 49 w 49"/>
              <a:gd name="T35" fmla="*/ 2904 h 7154"/>
              <a:gd name="T36" fmla="*/ 25 w 49"/>
              <a:gd name="T37" fmla="*/ 3264 h 7154"/>
              <a:gd name="T38" fmla="*/ 1 w 49"/>
              <a:gd name="T39" fmla="*/ 2904 h 7154"/>
              <a:gd name="T40" fmla="*/ 49 w 49"/>
              <a:gd name="T41" fmla="*/ 2904 h 7154"/>
              <a:gd name="T42" fmla="*/ 49 w 49"/>
              <a:gd name="T43" fmla="*/ 3816 h 7154"/>
              <a:gd name="T44" fmla="*/ 1 w 49"/>
              <a:gd name="T45" fmla="*/ 3816 h 7154"/>
              <a:gd name="T46" fmla="*/ 25 w 49"/>
              <a:gd name="T47" fmla="*/ 3456 h 7154"/>
              <a:gd name="T48" fmla="*/ 48 w 49"/>
              <a:gd name="T49" fmla="*/ 4056 h 7154"/>
              <a:gd name="T50" fmla="*/ 24 w 49"/>
              <a:gd name="T51" fmla="*/ 4416 h 7154"/>
              <a:gd name="T52" fmla="*/ 0 w 49"/>
              <a:gd name="T53" fmla="*/ 4056 h 7154"/>
              <a:gd name="T54" fmla="*/ 48 w 49"/>
              <a:gd name="T55" fmla="*/ 4056 h 7154"/>
              <a:gd name="T56" fmla="*/ 48 w 49"/>
              <a:gd name="T57" fmla="*/ 4968 h 7154"/>
              <a:gd name="T58" fmla="*/ 0 w 49"/>
              <a:gd name="T59" fmla="*/ 4968 h 7154"/>
              <a:gd name="T60" fmla="*/ 24 w 49"/>
              <a:gd name="T61" fmla="*/ 4608 h 7154"/>
              <a:gd name="T62" fmla="*/ 48 w 49"/>
              <a:gd name="T63" fmla="*/ 5208 h 7154"/>
              <a:gd name="T64" fmla="*/ 24 w 49"/>
              <a:gd name="T65" fmla="*/ 5568 h 7154"/>
              <a:gd name="T66" fmla="*/ 0 w 49"/>
              <a:gd name="T67" fmla="*/ 5208 h 7154"/>
              <a:gd name="T68" fmla="*/ 48 w 49"/>
              <a:gd name="T69" fmla="*/ 5208 h 7154"/>
              <a:gd name="T70" fmla="*/ 48 w 49"/>
              <a:gd name="T71" fmla="*/ 6120 h 7154"/>
              <a:gd name="T72" fmla="*/ 0 w 49"/>
              <a:gd name="T73" fmla="*/ 6120 h 7154"/>
              <a:gd name="T74" fmla="*/ 24 w 49"/>
              <a:gd name="T75" fmla="*/ 5760 h 7154"/>
              <a:gd name="T76" fmla="*/ 48 w 49"/>
              <a:gd name="T77" fmla="*/ 6360 h 7154"/>
              <a:gd name="T78" fmla="*/ 24 w 49"/>
              <a:gd name="T79" fmla="*/ 6720 h 7154"/>
              <a:gd name="T80" fmla="*/ 0 w 49"/>
              <a:gd name="T81" fmla="*/ 6360 h 7154"/>
              <a:gd name="T82" fmla="*/ 48 w 49"/>
              <a:gd name="T83" fmla="*/ 6360 h 7154"/>
              <a:gd name="T84" fmla="*/ 48 w 49"/>
              <a:gd name="T85" fmla="*/ 7130 h 7154"/>
              <a:gd name="T86" fmla="*/ 0 w 49"/>
              <a:gd name="T87" fmla="*/ 7130 h 7154"/>
              <a:gd name="T88" fmla="*/ 24 w 49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" h="7154">
                <a:moveTo>
                  <a:pt x="49" y="24"/>
                </a:moveTo>
                <a:lnTo>
                  <a:pt x="49" y="360"/>
                </a:lnTo>
                <a:cubicBezTo>
                  <a:pt x="49" y="373"/>
                  <a:pt x="38" y="384"/>
                  <a:pt x="25" y="384"/>
                </a:cubicBezTo>
                <a:cubicBezTo>
                  <a:pt x="11" y="384"/>
                  <a:pt x="1" y="373"/>
                  <a:pt x="1" y="360"/>
                </a:cubicBezTo>
                <a:lnTo>
                  <a:pt x="1" y="24"/>
                </a:lnTo>
                <a:cubicBezTo>
                  <a:pt x="1" y="11"/>
                  <a:pt x="11" y="0"/>
                  <a:pt x="25" y="0"/>
                </a:cubicBezTo>
                <a:cubicBezTo>
                  <a:pt x="38" y="0"/>
                  <a:pt x="49" y="11"/>
                  <a:pt x="49" y="24"/>
                </a:cubicBezTo>
                <a:close/>
                <a:moveTo>
                  <a:pt x="49" y="600"/>
                </a:moveTo>
                <a:lnTo>
                  <a:pt x="49" y="936"/>
                </a:lnTo>
                <a:cubicBezTo>
                  <a:pt x="49" y="949"/>
                  <a:pt x="38" y="960"/>
                  <a:pt x="25" y="960"/>
                </a:cubicBezTo>
                <a:cubicBezTo>
                  <a:pt x="11" y="960"/>
                  <a:pt x="1" y="949"/>
                  <a:pt x="1" y="936"/>
                </a:cubicBezTo>
                <a:lnTo>
                  <a:pt x="1" y="600"/>
                </a:lnTo>
                <a:cubicBezTo>
                  <a:pt x="1" y="587"/>
                  <a:pt x="11" y="576"/>
                  <a:pt x="25" y="576"/>
                </a:cubicBezTo>
                <a:cubicBezTo>
                  <a:pt x="38" y="576"/>
                  <a:pt x="49" y="587"/>
                  <a:pt x="49" y="600"/>
                </a:cubicBezTo>
                <a:close/>
                <a:moveTo>
                  <a:pt x="49" y="1176"/>
                </a:moveTo>
                <a:lnTo>
                  <a:pt x="49" y="1512"/>
                </a:lnTo>
                <a:cubicBezTo>
                  <a:pt x="49" y="1525"/>
                  <a:pt x="38" y="1536"/>
                  <a:pt x="25" y="1536"/>
                </a:cubicBezTo>
                <a:cubicBezTo>
                  <a:pt x="11" y="1536"/>
                  <a:pt x="1" y="1525"/>
                  <a:pt x="1" y="1512"/>
                </a:cubicBezTo>
                <a:lnTo>
                  <a:pt x="1" y="1176"/>
                </a:lnTo>
                <a:cubicBezTo>
                  <a:pt x="1" y="1163"/>
                  <a:pt x="11" y="1152"/>
                  <a:pt x="25" y="1152"/>
                </a:cubicBezTo>
                <a:cubicBezTo>
                  <a:pt x="38" y="1152"/>
                  <a:pt x="49" y="1163"/>
                  <a:pt x="49" y="1176"/>
                </a:cubicBezTo>
                <a:close/>
                <a:moveTo>
                  <a:pt x="49" y="1752"/>
                </a:moveTo>
                <a:lnTo>
                  <a:pt x="49" y="2088"/>
                </a:lnTo>
                <a:cubicBezTo>
                  <a:pt x="49" y="2101"/>
                  <a:pt x="38" y="2112"/>
                  <a:pt x="25" y="2112"/>
                </a:cubicBezTo>
                <a:cubicBezTo>
                  <a:pt x="11" y="2112"/>
                  <a:pt x="1" y="2101"/>
                  <a:pt x="1" y="2088"/>
                </a:cubicBezTo>
                <a:lnTo>
                  <a:pt x="1" y="1752"/>
                </a:lnTo>
                <a:cubicBezTo>
                  <a:pt x="1" y="1739"/>
                  <a:pt x="11" y="1728"/>
                  <a:pt x="25" y="1728"/>
                </a:cubicBezTo>
                <a:cubicBezTo>
                  <a:pt x="38" y="1728"/>
                  <a:pt x="49" y="1739"/>
                  <a:pt x="49" y="1752"/>
                </a:cubicBezTo>
                <a:close/>
                <a:moveTo>
                  <a:pt x="49" y="2328"/>
                </a:moveTo>
                <a:lnTo>
                  <a:pt x="49" y="2664"/>
                </a:lnTo>
                <a:cubicBezTo>
                  <a:pt x="49" y="2677"/>
                  <a:pt x="38" y="2688"/>
                  <a:pt x="25" y="2688"/>
                </a:cubicBezTo>
                <a:cubicBezTo>
                  <a:pt x="11" y="2688"/>
                  <a:pt x="1" y="2677"/>
                  <a:pt x="1" y="2664"/>
                </a:cubicBezTo>
                <a:lnTo>
                  <a:pt x="1" y="2328"/>
                </a:lnTo>
                <a:cubicBezTo>
                  <a:pt x="1" y="2315"/>
                  <a:pt x="11" y="2304"/>
                  <a:pt x="25" y="2304"/>
                </a:cubicBezTo>
                <a:cubicBezTo>
                  <a:pt x="38" y="2304"/>
                  <a:pt x="49" y="2315"/>
                  <a:pt x="49" y="2328"/>
                </a:cubicBezTo>
                <a:close/>
                <a:moveTo>
                  <a:pt x="49" y="2904"/>
                </a:moveTo>
                <a:lnTo>
                  <a:pt x="49" y="3240"/>
                </a:lnTo>
                <a:cubicBezTo>
                  <a:pt x="49" y="3253"/>
                  <a:pt x="38" y="3264"/>
                  <a:pt x="25" y="3264"/>
                </a:cubicBezTo>
                <a:cubicBezTo>
                  <a:pt x="11" y="3264"/>
                  <a:pt x="1" y="3253"/>
                  <a:pt x="1" y="3240"/>
                </a:cubicBezTo>
                <a:lnTo>
                  <a:pt x="1" y="2904"/>
                </a:lnTo>
                <a:cubicBezTo>
                  <a:pt x="1" y="2891"/>
                  <a:pt x="11" y="2880"/>
                  <a:pt x="25" y="2880"/>
                </a:cubicBezTo>
                <a:cubicBezTo>
                  <a:pt x="38" y="2880"/>
                  <a:pt x="49" y="2891"/>
                  <a:pt x="49" y="2904"/>
                </a:cubicBezTo>
                <a:close/>
                <a:moveTo>
                  <a:pt x="49" y="3480"/>
                </a:moveTo>
                <a:lnTo>
                  <a:pt x="49" y="3816"/>
                </a:lnTo>
                <a:cubicBezTo>
                  <a:pt x="49" y="3829"/>
                  <a:pt x="38" y="3840"/>
                  <a:pt x="24" y="3840"/>
                </a:cubicBezTo>
                <a:cubicBezTo>
                  <a:pt x="11" y="3840"/>
                  <a:pt x="1" y="3829"/>
                  <a:pt x="1" y="3816"/>
                </a:cubicBezTo>
                <a:lnTo>
                  <a:pt x="1" y="3480"/>
                </a:lnTo>
                <a:cubicBezTo>
                  <a:pt x="1" y="3467"/>
                  <a:pt x="11" y="3456"/>
                  <a:pt x="25" y="3456"/>
                </a:cubicBezTo>
                <a:cubicBezTo>
                  <a:pt x="38" y="3456"/>
                  <a:pt x="49" y="3467"/>
                  <a:pt x="49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8" y="4416"/>
                  <a:pt x="24" y="4416"/>
                </a:cubicBezTo>
                <a:cubicBezTo>
                  <a:pt x="11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8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8" y="4992"/>
                  <a:pt x="24" y="4992"/>
                </a:cubicBezTo>
                <a:cubicBezTo>
                  <a:pt x="11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8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8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8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8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8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8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8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8" y="7154"/>
                  <a:pt x="24" y="7154"/>
                </a:cubicBezTo>
                <a:cubicBezTo>
                  <a:pt x="11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8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9" name="Freeform 383"/>
          <p:cNvSpPr>
            <a:spLocks noEditPoints="1"/>
          </p:cNvSpPr>
          <p:nvPr/>
        </p:nvSpPr>
        <p:spPr bwMode="auto">
          <a:xfrm>
            <a:off x="8112657" y="2211426"/>
            <a:ext cx="0" cy="2968983"/>
          </a:xfrm>
          <a:custGeom>
            <a:avLst/>
            <a:gdLst>
              <a:gd name="T0" fmla="*/ 48 w 49"/>
              <a:gd name="T1" fmla="*/ 360 h 7154"/>
              <a:gd name="T2" fmla="*/ 0 w 49"/>
              <a:gd name="T3" fmla="*/ 360 h 7154"/>
              <a:gd name="T4" fmla="*/ 25 w 49"/>
              <a:gd name="T5" fmla="*/ 0 h 7154"/>
              <a:gd name="T6" fmla="*/ 48 w 49"/>
              <a:gd name="T7" fmla="*/ 600 h 7154"/>
              <a:gd name="T8" fmla="*/ 24 w 49"/>
              <a:gd name="T9" fmla="*/ 960 h 7154"/>
              <a:gd name="T10" fmla="*/ 0 w 49"/>
              <a:gd name="T11" fmla="*/ 600 h 7154"/>
              <a:gd name="T12" fmla="*/ 48 w 49"/>
              <a:gd name="T13" fmla="*/ 600 h 7154"/>
              <a:gd name="T14" fmla="*/ 48 w 49"/>
              <a:gd name="T15" fmla="*/ 1512 h 7154"/>
              <a:gd name="T16" fmla="*/ 0 w 49"/>
              <a:gd name="T17" fmla="*/ 1512 h 7154"/>
              <a:gd name="T18" fmla="*/ 24 w 49"/>
              <a:gd name="T19" fmla="*/ 1152 h 7154"/>
              <a:gd name="T20" fmla="*/ 48 w 49"/>
              <a:gd name="T21" fmla="*/ 1752 h 7154"/>
              <a:gd name="T22" fmla="*/ 24 w 49"/>
              <a:gd name="T23" fmla="*/ 2112 h 7154"/>
              <a:gd name="T24" fmla="*/ 0 w 49"/>
              <a:gd name="T25" fmla="*/ 1752 h 7154"/>
              <a:gd name="T26" fmla="*/ 48 w 49"/>
              <a:gd name="T27" fmla="*/ 1752 h 7154"/>
              <a:gd name="T28" fmla="*/ 48 w 49"/>
              <a:gd name="T29" fmla="*/ 2664 h 7154"/>
              <a:gd name="T30" fmla="*/ 0 w 49"/>
              <a:gd name="T31" fmla="*/ 2664 h 7154"/>
              <a:gd name="T32" fmla="*/ 24 w 49"/>
              <a:gd name="T33" fmla="*/ 2304 h 7154"/>
              <a:gd name="T34" fmla="*/ 48 w 49"/>
              <a:gd name="T35" fmla="*/ 2904 h 7154"/>
              <a:gd name="T36" fmla="*/ 24 w 49"/>
              <a:gd name="T37" fmla="*/ 3264 h 7154"/>
              <a:gd name="T38" fmla="*/ 0 w 49"/>
              <a:gd name="T39" fmla="*/ 2904 h 7154"/>
              <a:gd name="T40" fmla="*/ 48 w 49"/>
              <a:gd name="T41" fmla="*/ 2904 h 7154"/>
              <a:gd name="T42" fmla="*/ 48 w 49"/>
              <a:gd name="T43" fmla="*/ 3816 h 7154"/>
              <a:gd name="T44" fmla="*/ 0 w 49"/>
              <a:gd name="T45" fmla="*/ 3816 h 7154"/>
              <a:gd name="T46" fmla="*/ 24 w 49"/>
              <a:gd name="T47" fmla="*/ 3456 h 7154"/>
              <a:gd name="T48" fmla="*/ 48 w 49"/>
              <a:gd name="T49" fmla="*/ 4056 h 7154"/>
              <a:gd name="T50" fmla="*/ 24 w 49"/>
              <a:gd name="T51" fmla="*/ 4416 h 7154"/>
              <a:gd name="T52" fmla="*/ 0 w 49"/>
              <a:gd name="T53" fmla="*/ 4056 h 7154"/>
              <a:gd name="T54" fmla="*/ 48 w 49"/>
              <a:gd name="T55" fmla="*/ 4056 h 7154"/>
              <a:gd name="T56" fmla="*/ 48 w 49"/>
              <a:gd name="T57" fmla="*/ 4968 h 7154"/>
              <a:gd name="T58" fmla="*/ 0 w 49"/>
              <a:gd name="T59" fmla="*/ 4968 h 7154"/>
              <a:gd name="T60" fmla="*/ 24 w 49"/>
              <a:gd name="T61" fmla="*/ 4608 h 7154"/>
              <a:gd name="T62" fmla="*/ 48 w 49"/>
              <a:gd name="T63" fmla="*/ 5208 h 7154"/>
              <a:gd name="T64" fmla="*/ 24 w 49"/>
              <a:gd name="T65" fmla="*/ 5568 h 7154"/>
              <a:gd name="T66" fmla="*/ 0 w 49"/>
              <a:gd name="T67" fmla="*/ 5208 h 7154"/>
              <a:gd name="T68" fmla="*/ 48 w 49"/>
              <a:gd name="T69" fmla="*/ 5208 h 7154"/>
              <a:gd name="T70" fmla="*/ 48 w 49"/>
              <a:gd name="T71" fmla="*/ 6120 h 7154"/>
              <a:gd name="T72" fmla="*/ 0 w 49"/>
              <a:gd name="T73" fmla="*/ 6120 h 7154"/>
              <a:gd name="T74" fmla="*/ 24 w 49"/>
              <a:gd name="T75" fmla="*/ 5760 h 7154"/>
              <a:gd name="T76" fmla="*/ 48 w 49"/>
              <a:gd name="T77" fmla="*/ 6360 h 7154"/>
              <a:gd name="T78" fmla="*/ 24 w 49"/>
              <a:gd name="T79" fmla="*/ 6720 h 7154"/>
              <a:gd name="T80" fmla="*/ 0 w 49"/>
              <a:gd name="T81" fmla="*/ 6360 h 7154"/>
              <a:gd name="T82" fmla="*/ 48 w 49"/>
              <a:gd name="T83" fmla="*/ 6360 h 7154"/>
              <a:gd name="T84" fmla="*/ 48 w 49"/>
              <a:gd name="T85" fmla="*/ 7130 h 7154"/>
              <a:gd name="T86" fmla="*/ 0 w 49"/>
              <a:gd name="T87" fmla="*/ 7130 h 7154"/>
              <a:gd name="T88" fmla="*/ 24 w 49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" h="7154">
                <a:moveTo>
                  <a:pt x="49" y="24"/>
                </a:moveTo>
                <a:lnTo>
                  <a:pt x="48" y="360"/>
                </a:lnTo>
                <a:cubicBezTo>
                  <a:pt x="48" y="373"/>
                  <a:pt x="38" y="384"/>
                  <a:pt x="24" y="384"/>
                </a:cubicBezTo>
                <a:cubicBezTo>
                  <a:pt x="11" y="384"/>
                  <a:pt x="0" y="373"/>
                  <a:pt x="0" y="360"/>
                </a:cubicBezTo>
                <a:lnTo>
                  <a:pt x="1" y="24"/>
                </a:lnTo>
                <a:cubicBezTo>
                  <a:pt x="1" y="11"/>
                  <a:pt x="11" y="0"/>
                  <a:pt x="25" y="0"/>
                </a:cubicBezTo>
                <a:cubicBezTo>
                  <a:pt x="38" y="0"/>
                  <a:pt x="49" y="11"/>
                  <a:pt x="49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49"/>
                  <a:pt x="38" y="960"/>
                  <a:pt x="24" y="960"/>
                </a:cubicBezTo>
                <a:cubicBezTo>
                  <a:pt x="11" y="960"/>
                  <a:pt x="0" y="949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8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5"/>
                  <a:pt x="38" y="1536"/>
                  <a:pt x="24" y="1536"/>
                </a:cubicBezTo>
                <a:cubicBezTo>
                  <a:pt x="11" y="1536"/>
                  <a:pt x="0" y="1525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8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1"/>
                  <a:pt x="38" y="2112"/>
                  <a:pt x="24" y="2112"/>
                </a:cubicBezTo>
                <a:cubicBezTo>
                  <a:pt x="11" y="2112"/>
                  <a:pt x="0" y="2101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8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7"/>
                  <a:pt x="38" y="2688"/>
                  <a:pt x="24" y="2688"/>
                </a:cubicBezTo>
                <a:cubicBezTo>
                  <a:pt x="11" y="2688"/>
                  <a:pt x="0" y="2677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8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3"/>
                  <a:pt x="38" y="3264"/>
                  <a:pt x="24" y="3264"/>
                </a:cubicBezTo>
                <a:cubicBezTo>
                  <a:pt x="11" y="3264"/>
                  <a:pt x="0" y="3253"/>
                  <a:pt x="0" y="3240"/>
                </a:cubicBezTo>
                <a:lnTo>
                  <a:pt x="0" y="2904"/>
                </a:lnTo>
                <a:cubicBezTo>
                  <a:pt x="0" y="2891"/>
                  <a:pt x="11" y="2880"/>
                  <a:pt x="24" y="2880"/>
                </a:cubicBezTo>
                <a:cubicBezTo>
                  <a:pt x="38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29"/>
                  <a:pt x="38" y="3840"/>
                  <a:pt x="24" y="3840"/>
                </a:cubicBezTo>
                <a:cubicBezTo>
                  <a:pt x="11" y="3840"/>
                  <a:pt x="0" y="3829"/>
                  <a:pt x="0" y="3816"/>
                </a:cubicBezTo>
                <a:lnTo>
                  <a:pt x="0" y="3480"/>
                </a:lnTo>
                <a:cubicBezTo>
                  <a:pt x="0" y="3467"/>
                  <a:pt x="11" y="3456"/>
                  <a:pt x="24" y="3456"/>
                </a:cubicBezTo>
                <a:cubicBezTo>
                  <a:pt x="38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8" y="4416"/>
                  <a:pt x="24" y="4416"/>
                </a:cubicBezTo>
                <a:cubicBezTo>
                  <a:pt x="11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8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8" y="4992"/>
                  <a:pt x="24" y="4992"/>
                </a:cubicBezTo>
                <a:cubicBezTo>
                  <a:pt x="11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8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7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8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7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7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7" y="7154"/>
                  <a:pt x="24" y="7154"/>
                </a:cubicBezTo>
                <a:cubicBezTo>
                  <a:pt x="11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0" name="Freeform 384"/>
          <p:cNvSpPr>
            <a:spLocks noEditPoints="1"/>
          </p:cNvSpPr>
          <p:nvPr/>
        </p:nvSpPr>
        <p:spPr bwMode="auto">
          <a:xfrm>
            <a:off x="8598572" y="2220779"/>
            <a:ext cx="0" cy="2968983"/>
          </a:xfrm>
          <a:custGeom>
            <a:avLst/>
            <a:gdLst>
              <a:gd name="T0" fmla="*/ 48 w 48"/>
              <a:gd name="T1" fmla="*/ 360 h 7154"/>
              <a:gd name="T2" fmla="*/ 0 w 48"/>
              <a:gd name="T3" fmla="*/ 360 h 7154"/>
              <a:gd name="T4" fmla="*/ 24 w 48"/>
              <a:gd name="T5" fmla="*/ 0 h 7154"/>
              <a:gd name="T6" fmla="*/ 48 w 48"/>
              <a:gd name="T7" fmla="*/ 600 h 7154"/>
              <a:gd name="T8" fmla="*/ 24 w 48"/>
              <a:gd name="T9" fmla="*/ 960 h 7154"/>
              <a:gd name="T10" fmla="*/ 0 w 48"/>
              <a:gd name="T11" fmla="*/ 600 h 7154"/>
              <a:gd name="T12" fmla="*/ 48 w 48"/>
              <a:gd name="T13" fmla="*/ 600 h 7154"/>
              <a:gd name="T14" fmla="*/ 48 w 48"/>
              <a:gd name="T15" fmla="*/ 1512 h 7154"/>
              <a:gd name="T16" fmla="*/ 0 w 48"/>
              <a:gd name="T17" fmla="*/ 1512 h 7154"/>
              <a:gd name="T18" fmla="*/ 24 w 48"/>
              <a:gd name="T19" fmla="*/ 1152 h 7154"/>
              <a:gd name="T20" fmla="*/ 48 w 48"/>
              <a:gd name="T21" fmla="*/ 1752 h 7154"/>
              <a:gd name="T22" fmla="*/ 24 w 48"/>
              <a:gd name="T23" fmla="*/ 2112 h 7154"/>
              <a:gd name="T24" fmla="*/ 0 w 48"/>
              <a:gd name="T25" fmla="*/ 1752 h 7154"/>
              <a:gd name="T26" fmla="*/ 48 w 48"/>
              <a:gd name="T27" fmla="*/ 1752 h 7154"/>
              <a:gd name="T28" fmla="*/ 48 w 48"/>
              <a:gd name="T29" fmla="*/ 2664 h 7154"/>
              <a:gd name="T30" fmla="*/ 0 w 48"/>
              <a:gd name="T31" fmla="*/ 2664 h 7154"/>
              <a:gd name="T32" fmla="*/ 24 w 48"/>
              <a:gd name="T33" fmla="*/ 2304 h 7154"/>
              <a:gd name="T34" fmla="*/ 48 w 48"/>
              <a:gd name="T35" fmla="*/ 2904 h 7154"/>
              <a:gd name="T36" fmla="*/ 24 w 48"/>
              <a:gd name="T37" fmla="*/ 3264 h 7154"/>
              <a:gd name="T38" fmla="*/ 0 w 48"/>
              <a:gd name="T39" fmla="*/ 2904 h 7154"/>
              <a:gd name="T40" fmla="*/ 48 w 48"/>
              <a:gd name="T41" fmla="*/ 2904 h 7154"/>
              <a:gd name="T42" fmla="*/ 48 w 48"/>
              <a:gd name="T43" fmla="*/ 3816 h 7154"/>
              <a:gd name="T44" fmla="*/ 0 w 48"/>
              <a:gd name="T45" fmla="*/ 3816 h 7154"/>
              <a:gd name="T46" fmla="*/ 24 w 48"/>
              <a:gd name="T47" fmla="*/ 3456 h 7154"/>
              <a:gd name="T48" fmla="*/ 48 w 48"/>
              <a:gd name="T49" fmla="*/ 4056 h 7154"/>
              <a:gd name="T50" fmla="*/ 24 w 48"/>
              <a:gd name="T51" fmla="*/ 4416 h 7154"/>
              <a:gd name="T52" fmla="*/ 0 w 48"/>
              <a:gd name="T53" fmla="*/ 4056 h 7154"/>
              <a:gd name="T54" fmla="*/ 48 w 48"/>
              <a:gd name="T55" fmla="*/ 4056 h 7154"/>
              <a:gd name="T56" fmla="*/ 48 w 48"/>
              <a:gd name="T57" fmla="*/ 4968 h 7154"/>
              <a:gd name="T58" fmla="*/ 0 w 48"/>
              <a:gd name="T59" fmla="*/ 4968 h 7154"/>
              <a:gd name="T60" fmla="*/ 24 w 48"/>
              <a:gd name="T61" fmla="*/ 4608 h 7154"/>
              <a:gd name="T62" fmla="*/ 48 w 48"/>
              <a:gd name="T63" fmla="*/ 5208 h 7154"/>
              <a:gd name="T64" fmla="*/ 24 w 48"/>
              <a:gd name="T65" fmla="*/ 5568 h 7154"/>
              <a:gd name="T66" fmla="*/ 0 w 48"/>
              <a:gd name="T67" fmla="*/ 5208 h 7154"/>
              <a:gd name="T68" fmla="*/ 48 w 48"/>
              <a:gd name="T69" fmla="*/ 5208 h 7154"/>
              <a:gd name="T70" fmla="*/ 48 w 48"/>
              <a:gd name="T71" fmla="*/ 6120 h 7154"/>
              <a:gd name="T72" fmla="*/ 0 w 48"/>
              <a:gd name="T73" fmla="*/ 6120 h 7154"/>
              <a:gd name="T74" fmla="*/ 24 w 48"/>
              <a:gd name="T75" fmla="*/ 5760 h 7154"/>
              <a:gd name="T76" fmla="*/ 48 w 48"/>
              <a:gd name="T77" fmla="*/ 6360 h 7154"/>
              <a:gd name="T78" fmla="*/ 24 w 48"/>
              <a:gd name="T79" fmla="*/ 6720 h 7154"/>
              <a:gd name="T80" fmla="*/ 0 w 48"/>
              <a:gd name="T81" fmla="*/ 6360 h 7154"/>
              <a:gd name="T82" fmla="*/ 48 w 48"/>
              <a:gd name="T83" fmla="*/ 6360 h 7154"/>
              <a:gd name="T84" fmla="*/ 48 w 48"/>
              <a:gd name="T85" fmla="*/ 7130 h 7154"/>
              <a:gd name="T86" fmla="*/ 0 w 48"/>
              <a:gd name="T87" fmla="*/ 7130 h 7154"/>
              <a:gd name="T88" fmla="*/ 24 w 48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8" h="7154">
                <a:moveTo>
                  <a:pt x="48" y="24"/>
                </a:moveTo>
                <a:lnTo>
                  <a:pt x="48" y="360"/>
                </a:lnTo>
                <a:cubicBezTo>
                  <a:pt x="48" y="373"/>
                  <a:pt x="38" y="384"/>
                  <a:pt x="24" y="384"/>
                </a:cubicBezTo>
                <a:cubicBezTo>
                  <a:pt x="11" y="384"/>
                  <a:pt x="0" y="373"/>
                  <a:pt x="0" y="360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ubicBezTo>
                  <a:pt x="38" y="0"/>
                  <a:pt x="48" y="11"/>
                  <a:pt x="48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49"/>
                  <a:pt x="38" y="960"/>
                  <a:pt x="24" y="960"/>
                </a:cubicBezTo>
                <a:cubicBezTo>
                  <a:pt x="11" y="960"/>
                  <a:pt x="0" y="949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8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5"/>
                  <a:pt x="37" y="1536"/>
                  <a:pt x="24" y="1536"/>
                </a:cubicBezTo>
                <a:cubicBezTo>
                  <a:pt x="11" y="1536"/>
                  <a:pt x="0" y="1525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8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1"/>
                  <a:pt x="37" y="2112"/>
                  <a:pt x="24" y="2112"/>
                </a:cubicBezTo>
                <a:cubicBezTo>
                  <a:pt x="11" y="2112"/>
                  <a:pt x="0" y="2101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7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7"/>
                  <a:pt x="37" y="2688"/>
                  <a:pt x="24" y="2688"/>
                </a:cubicBezTo>
                <a:cubicBezTo>
                  <a:pt x="11" y="2688"/>
                  <a:pt x="0" y="2677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7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3"/>
                  <a:pt x="37" y="3264"/>
                  <a:pt x="24" y="3264"/>
                </a:cubicBezTo>
                <a:cubicBezTo>
                  <a:pt x="11" y="3264"/>
                  <a:pt x="0" y="3253"/>
                  <a:pt x="0" y="3240"/>
                </a:cubicBezTo>
                <a:lnTo>
                  <a:pt x="0" y="2904"/>
                </a:lnTo>
                <a:cubicBezTo>
                  <a:pt x="0" y="2891"/>
                  <a:pt x="11" y="2880"/>
                  <a:pt x="24" y="2880"/>
                </a:cubicBezTo>
                <a:cubicBezTo>
                  <a:pt x="37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29"/>
                  <a:pt x="37" y="3840"/>
                  <a:pt x="24" y="3840"/>
                </a:cubicBezTo>
                <a:cubicBezTo>
                  <a:pt x="11" y="3840"/>
                  <a:pt x="0" y="3829"/>
                  <a:pt x="0" y="3816"/>
                </a:cubicBezTo>
                <a:lnTo>
                  <a:pt x="0" y="3480"/>
                </a:lnTo>
                <a:cubicBezTo>
                  <a:pt x="0" y="3467"/>
                  <a:pt x="11" y="3456"/>
                  <a:pt x="24" y="3456"/>
                </a:cubicBezTo>
                <a:cubicBezTo>
                  <a:pt x="37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5"/>
                  <a:pt x="37" y="4416"/>
                  <a:pt x="24" y="4416"/>
                </a:cubicBezTo>
                <a:cubicBezTo>
                  <a:pt x="11" y="4416"/>
                  <a:pt x="0" y="4405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7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1"/>
                  <a:pt x="37" y="4992"/>
                  <a:pt x="24" y="4992"/>
                </a:cubicBezTo>
                <a:cubicBezTo>
                  <a:pt x="11" y="4992"/>
                  <a:pt x="0" y="4981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7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7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7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7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7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7" y="7154"/>
                  <a:pt x="24" y="7154"/>
                </a:cubicBezTo>
                <a:cubicBezTo>
                  <a:pt x="11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1" name="Freeform 385"/>
          <p:cNvSpPr>
            <a:spLocks noEditPoints="1"/>
          </p:cNvSpPr>
          <p:nvPr/>
        </p:nvSpPr>
        <p:spPr bwMode="auto">
          <a:xfrm>
            <a:off x="9029160" y="2215167"/>
            <a:ext cx="0" cy="2968983"/>
          </a:xfrm>
          <a:custGeom>
            <a:avLst/>
            <a:gdLst>
              <a:gd name="T0" fmla="*/ 49 w 49"/>
              <a:gd name="T1" fmla="*/ 360 h 7154"/>
              <a:gd name="T2" fmla="*/ 1 w 49"/>
              <a:gd name="T3" fmla="*/ 360 h 7154"/>
              <a:gd name="T4" fmla="*/ 25 w 49"/>
              <a:gd name="T5" fmla="*/ 0 h 7154"/>
              <a:gd name="T6" fmla="*/ 49 w 49"/>
              <a:gd name="T7" fmla="*/ 600 h 7154"/>
              <a:gd name="T8" fmla="*/ 25 w 49"/>
              <a:gd name="T9" fmla="*/ 960 h 7154"/>
              <a:gd name="T10" fmla="*/ 1 w 49"/>
              <a:gd name="T11" fmla="*/ 600 h 7154"/>
              <a:gd name="T12" fmla="*/ 49 w 49"/>
              <a:gd name="T13" fmla="*/ 600 h 7154"/>
              <a:gd name="T14" fmla="*/ 49 w 49"/>
              <a:gd name="T15" fmla="*/ 1512 h 7154"/>
              <a:gd name="T16" fmla="*/ 1 w 49"/>
              <a:gd name="T17" fmla="*/ 1512 h 7154"/>
              <a:gd name="T18" fmla="*/ 25 w 49"/>
              <a:gd name="T19" fmla="*/ 1152 h 7154"/>
              <a:gd name="T20" fmla="*/ 49 w 49"/>
              <a:gd name="T21" fmla="*/ 1752 h 7154"/>
              <a:gd name="T22" fmla="*/ 25 w 49"/>
              <a:gd name="T23" fmla="*/ 2112 h 7154"/>
              <a:gd name="T24" fmla="*/ 1 w 49"/>
              <a:gd name="T25" fmla="*/ 1752 h 7154"/>
              <a:gd name="T26" fmla="*/ 49 w 49"/>
              <a:gd name="T27" fmla="*/ 1752 h 7154"/>
              <a:gd name="T28" fmla="*/ 49 w 49"/>
              <a:gd name="T29" fmla="*/ 2664 h 7154"/>
              <a:gd name="T30" fmla="*/ 1 w 49"/>
              <a:gd name="T31" fmla="*/ 2664 h 7154"/>
              <a:gd name="T32" fmla="*/ 25 w 49"/>
              <a:gd name="T33" fmla="*/ 2304 h 7154"/>
              <a:gd name="T34" fmla="*/ 49 w 49"/>
              <a:gd name="T35" fmla="*/ 2904 h 7154"/>
              <a:gd name="T36" fmla="*/ 25 w 49"/>
              <a:gd name="T37" fmla="*/ 3264 h 7154"/>
              <a:gd name="T38" fmla="*/ 1 w 49"/>
              <a:gd name="T39" fmla="*/ 2904 h 7154"/>
              <a:gd name="T40" fmla="*/ 49 w 49"/>
              <a:gd name="T41" fmla="*/ 2904 h 7154"/>
              <a:gd name="T42" fmla="*/ 49 w 49"/>
              <a:gd name="T43" fmla="*/ 3816 h 7154"/>
              <a:gd name="T44" fmla="*/ 1 w 49"/>
              <a:gd name="T45" fmla="*/ 3816 h 7154"/>
              <a:gd name="T46" fmla="*/ 25 w 49"/>
              <a:gd name="T47" fmla="*/ 3456 h 7154"/>
              <a:gd name="T48" fmla="*/ 49 w 49"/>
              <a:gd name="T49" fmla="*/ 4056 h 7154"/>
              <a:gd name="T50" fmla="*/ 25 w 49"/>
              <a:gd name="T51" fmla="*/ 4416 h 7154"/>
              <a:gd name="T52" fmla="*/ 1 w 49"/>
              <a:gd name="T53" fmla="*/ 4056 h 7154"/>
              <a:gd name="T54" fmla="*/ 49 w 49"/>
              <a:gd name="T55" fmla="*/ 4056 h 7154"/>
              <a:gd name="T56" fmla="*/ 49 w 49"/>
              <a:gd name="T57" fmla="*/ 4968 h 7154"/>
              <a:gd name="T58" fmla="*/ 1 w 49"/>
              <a:gd name="T59" fmla="*/ 4968 h 7154"/>
              <a:gd name="T60" fmla="*/ 25 w 49"/>
              <a:gd name="T61" fmla="*/ 4608 h 7154"/>
              <a:gd name="T62" fmla="*/ 48 w 49"/>
              <a:gd name="T63" fmla="*/ 5208 h 7154"/>
              <a:gd name="T64" fmla="*/ 24 w 49"/>
              <a:gd name="T65" fmla="*/ 5568 h 7154"/>
              <a:gd name="T66" fmla="*/ 0 w 49"/>
              <a:gd name="T67" fmla="*/ 5208 h 7154"/>
              <a:gd name="T68" fmla="*/ 48 w 49"/>
              <a:gd name="T69" fmla="*/ 5208 h 7154"/>
              <a:gd name="T70" fmla="*/ 48 w 49"/>
              <a:gd name="T71" fmla="*/ 6120 h 7154"/>
              <a:gd name="T72" fmla="*/ 0 w 49"/>
              <a:gd name="T73" fmla="*/ 6120 h 7154"/>
              <a:gd name="T74" fmla="*/ 24 w 49"/>
              <a:gd name="T75" fmla="*/ 5760 h 7154"/>
              <a:gd name="T76" fmla="*/ 48 w 49"/>
              <a:gd name="T77" fmla="*/ 6360 h 7154"/>
              <a:gd name="T78" fmla="*/ 24 w 49"/>
              <a:gd name="T79" fmla="*/ 6720 h 7154"/>
              <a:gd name="T80" fmla="*/ 0 w 49"/>
              <a:gd name="T81" fmla="*/ 6360 h 7154"/>
              <a:gd name="T82" fmla="*/ 48 w 49"/>
              <a:gd name="T83" fmla="*/ 6360 h 7154"/>
              <a:gd name="T84" fmla="*/ 48 w 49"/>
              <a:gd name="T85" fmla="*/ 7130 h 7154"/>
              <a:gd name="T86" fmla="*/ 0 w 49"/>
              <a:gd name="T87" fmla="*/ 7130 h 7154"/>
              <a:gd name="T88" fmla="*/ 24 w 49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9" h="7154">
                <a:moveTo>
                  <a:pt x="49" y="24"/>
                </a:moveTo>
                <a:lnTo>
                  <a:pt x="49" y="360"/>
                </a:lnTo>
                <a:cubicBezTo>
                  <a:pt x="49" y="373"/>
                  <a:pt x="38" y="384"/>
                  <a:pt x="25" y="384"/>
                </a:cubicBezTo>
                <a:cubicBezTo>
                  <a:pt x="11" y="384"/>
                  <a:pt x="1" y="373"/>
                  <a:pt x="1" y="360"/>
                </a:cubicBezTo>
                <a:lnTo>
                  <a:pt x="1" y="24"/>
                </a:lnTo>
                <a:cubicBezTo>
                  <a:pt x="1" y="11"/>
                  <a:pt x="11" y="0"/>
                  <a:pt x="25" y="0"/>
                </a:cubicBezTo>
                <a:cubicBezTo>
                  <a:pt x="38" y="0"/>
                  <a:pt x="49" y="11"/>
                  <a:pt x="49" y="24"/>
                </a:cubicBezTo>
                <a:close/>
                <a:moveTo>
                  <a:pt x="49" y="600"/>
                </a:moveTo>
                <a:lnTo>
                  <a:pt x="49" y="936"/>
                </a:lnTo>
                <a:cubicBezTo>
                  <a:pt x="49" y="949"/>
                  <a:pt x="38" y="960"/>
                  <a:pt x="25" y="960"/>
                </a:cubicBezTo>
                <a:cubicBezTo>
                  <a:pt x="11" y="960"/>
                  <a:pt x="1" y="949"/>
                  <a:pt x="1" y="936"/>
                </a:cubicBezTo>
                <a:lnTo>
                  <a:pt x="1" y="600"/>
                </a:lnTo>
                <a:cubicBezTo>
                  <a:pt x="1" y="587"/>
                  <a:pt x="11" y="576"/>
                  <a:pt x="25" y="576"/>
                </a:cubicBezTo>
                <a:cubicBezTo>
                  <a:pt x="38" y="576"/>
                  <a:pt x="49" y="587"/>
                  <a:pt x="49" y="600"/>
                </a:cubicBezTo>
                <a:close/>
                <a:moveTo>
                  <a:pt x="49" y="1176"/>
                </a:moveTo>
                <a:lnTo>
                  <a:pt x="49" y="1512"/>
                </a:lnTo>
                <a:cubicBezTo>
                  <a:pt x="49" y="1525"/>
                  <a:pt x="38" y="1536"/>
                  <a:pt x="25" y="1536"/>
                </a:cubicBezTo>
                <a:cubicBezTo>
                  <a:pt x="11" y="1536"/>
                  <a:pt x="1" y="1525"/>
                  <a:pt x="1" y="1512"/>
                </a:cubicBezTo>
                <a:lnTo>
                  <a:pt x="1" y="1176"/>
                </a:lnTo>
                <a:cubicBezTo>
                  <a:pt x="1" y="1163"/>
                  <a:pt x="11" y="1152"/>
                  <a:pt x="25" y="1152"/>
                </a:cubicBezTo>
                <a:cubicBezTo>
                  <a:pt x="38" y="1152"/>
                  <a:pt x="49" y="1163"/>
                  <a:pt x="49" y="1176"/>
                </a:cubicBezTo>
                <a:close/>
                <a:moveTo>
                  <a:pt x="49" y="1752"/>
                </a:moveTo>
                <a:lnTo>
                  <a:pt x="49" y="2088"/>
                </a:lnTo>
                <a:cubicBezTo>
                  <a:pt x="49" y="2101"/>
                  <a:pt x="38" y="2112"/>
                  <a:pt x="25" y="2112"/>
                </a:cubicBezTo>
                <a:cubicBezTo>
                  <a:pt x="11" y="2112"/>
                  <a:pt x="1" y="2101"/>
                  <a:pt x="1" y="2088"/>
                </a:cubicBezTo>
                <a:lnTo>
                  <a:pt x="1" y="1752"/>
                </a:lnTo>
                <a:cubicBezTo>
                  <a:pt x="1" y="1739"/>
                  <a:pt x="11" y="1728"/>
                  <a:pt x="25" y="1728"/>
                </a:cubicBezTo>
                <a:cubicBezTo>
                  <a:pt x="38" y="1728"/>
                  <a:pt x="49" y="1739"/>
                  <a:pt x="49" y="1752"/>
                </a:cubicBezTo>
                <a:close/>
                <a:moveTo>
                  <a:pt x="49" y="2328"/>
                </a:moveTo>
                <a:lnTo>
                  <a:pt x="49" y="2664"/>
                </a:lnTo>
                <a:cubicBezTo>
                  <a:pt x="49" y="2677"/>
                  <a:pt x="38" y="2688"/>
                  <a:pt x="25" y="2688"/>
                </a:cubicBezTo>
                <a:cubicBezTo>
                  <a:pt x="11" y="2688"/>
                  <a:pt x="1" y="2677"/>
                  <a:pt x="1" y="2664"/>
                </a:cubicBezTo>
                <a:lnTo>
                  <a:pt x="1" y="2328"/>
                </a:lnTo>
                <a:cubicBezTo>
                  <a:pt x="1" y="2315"/>
                  <a:pt x="11" y="2304"/>
                  <a:pt x="25" y="2304"/>
                </a:cubicBezTo>
                <a:cubicBezTo>
                  <a:pt x="38" y="2304"/>
                  <a:pt x="49" y="2315"/>
                  <a:pt x="49" y="2328"/>
                </a:cubicBezTo>
                <a:close/>
                <a:moveTo>
                  <a:pt x="49" y="2904"/>
                </a:moveTo>
                <a:lnTo>
                  <a:pt x="49" y="3240"/>
                </a:lnTo>
                <a:cubicBezTo>
                  <a:pt x="49" y="3253"/>
                  <a:pt x="38" y="3264"/>
                  <a:pt x="25" y="3264"/>
                </a:cubicBezTo>
                <a:cubicBezTo>
                  <a:pt x="11" y="3264"/>
                  <a:pt x="1" y="3253"/>
                  <a:pt x="1" y="3240"/>
                </a:cubicBezTo>
                <a:lnTo>
                  <a:pt x="1" y="2904"/>
                </a:lnTo>
                <a:cubicBezTo>
                  <a:pt x="1" y="2891"/>
                  <a:pt x="11" y="2880"/>
                  <a:pt x="25" y="2880"/>
                </a:cubicBezTo>
                <a:cubicBezTo>
                  <a:pt x="38" y="2880"/>
                  <a:pt x="49" y="2891"/>
                  <a:pt x="49" y="2904"/>
                </a:cubicBezTo>
                <a:close/>
                <a:moveTo>
                  <a:pt x="49" y="3480"/>
                </a:moveTo>
                <a:lnTo>
                  <a:pt x="49" y="3816"/>
                </a:lnTo>
                <a:cubicBezTo>
                  <a:pt x="49" y="3829"/>
                  <a:pt x="38" y="3840"/>
                  <a:pt x="25" y="3840"/>
                </a:cubicBezTo>
                <a:cubicBezTo>
                  <a:pt x="11" y="3840"/>
                  <a:pt x="1" y="3829"/>
                  <a:pt x="1" y="3816"/>
                </a:cubicBezTo>
                <a:lnTo>
                  <a:pt x="1" y="3480"/>
                </a:lnTo>
                <a:cubicBezTo>
                  <a:pt x="1" y="3467"/>
                  <a:pt x="11" y="3456"/>
                  <a:pt x="25" y="3456"/>
                </a:cubicBezTo>
                <a:cubicBezTo>
                  <a:pt x="38" y="3456"/>
                  <a:pt x="49" y="3467"/>
                  <a:pt x="49" y="3480"/>
                </a:cubicBezTo>
                <a:close/>
                <a:moveTo>
                  <a:pt x="49" y="4056"/>
                </a:moveTo>
                <a:lnTo>
                  <a:pt x="49" y="4392"/>
                </a:lnTo>
                <a:cubicBezTo>
                  <a:pt x="49" y="4405"/>
                  <a:pt x="38" y="4416"/>
                  <a:pt x="25" y="4416"/>
                </a:cubicBezTo>
                <a:cubicBezTo>
                  <a:pt x="11" y="4416"/>
                  <a:pt x="1" y="4405"/>
                  <a:pt x="1" y="4392"/>
                </a:cubicBezTo>
                <a:lnTo>
                  <a:pt x="1" y="4056"/>
                </a:lnTo>
                <a:cubicBezTo>
                  <a:pt x="1" y="4043"/>
                  <a:pt x="11" y="4032"/>
                  <a:pt x="25" y="4032"/>
                </a:cubicBezTo>
                <a:cubicBezTo>
                  <a:pt x="38" y="4032"/>
                  <a:pt x="49" y="4043"/>
                  <a:pt x="49" y="4056"/>
                </a:cubicBezTo>
                <a:close/>
                <a:moveTo>
                  <a:pt x="49" y="4632"/>
                </a:moveTo>
                <a:lnTo>
                  <a:pt x="49" y="4968"/>
                </a:lnTo>
                <a:cubicBezTo>
                  <a:pt x="49" y="4981"/>
                  <a:pt x="38" y="4992"/>
                  <a:pt x="25" y="4992"/>
                </a:cubicBezTo>
                <a:cubicBezTo>
                  <a:pt x="11" y="4992"/>
                  <a:pt x="1" y="4981"/>
                  <a:pt x="1" y="4968"/>
                </a:cubicBezTo>
                <a:lnTo>
                  <a:pt x="1" y="4632"/>
                </a:lnTo>
                <a:cubicBezTo>
                  <a:pt x="1" y="4619"/>
                  <a:pt x="11" y="4608"/>
                  <a:pt x="25" y="4608"/>
                </a:cubicBezTo>
                <a:cubicBezTo>
                  <a:pt x="38" y="4608"/>
                  <a:pt x="49" y="4619"/>
                  <a:pt x="49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7"/>
                  <a:pt x="38" y="5568"/>
                  <a:pt x="24" y="5568"/>
                </a:cubicBezTo>
                <a:cubicBezTo>
                  <a:pt x="11" y="5568"/>
                  <a:pt x="0" y="5557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8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3"/>
                  <a:pt x="38" y="6144"/>
                  <a:pt x="24" y="6144"/>
                </a:cubicBezTo>
                <a:cubicBezTo>
                  <a:pt x="11" y="6144"/>
                  <a:pt x="0" y="6133"/>
                  <a:pt x="0" y="6120"/>
                </a:cubicBezTo>
                <a:lnTo>
                  <a:pt x="0" y="5784"/>
                </a:lnTo>
                <a:cubicBezTo>
                  <a:pt x="0" y="5771"/>
                  <a:pt x="11" y="5760"/>
                  <a:pt x="24" y="5760"/>
                </a:cubicBezTo>
                <a:cubicBezTo>
                  <a:pt x="38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09"/>
                  <a:pt x="38" y="6720"/>
                  <a:pt x="24" y="6720"/>
                </a:cubicBezTo>
                <a:cubicBezTo>
                  <a:pt x="11" y="6720"/>
                  <a:pt x="0" y="6709"/>
                  <a:pt x="0" y="6696"/>
                </a:cubicBezTo>
                <a:lnTo>
                  <a:pt x="0" y="6360"/>
                </a:lnTo>
                <a:cubicBezTo>
                  <a:pt x="0" y="6347"/>
                  <a:pt x="11" y="6336"/>
                  <a:pt x="24" y="6336"/>
                </a:cubicBezTo>
                <a:cubicBezTo>
                  <a:pt x="38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8" y="7154"/>
                  <a:pt x="24" y="7154"/>
                </a:cubicBezTo>
                <a:cubicBezTo>
                  <a:pt x="11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1" y="6912"/>
                  <a:pt x="24" y="6912"/>
                </a:cubicBezTo>
                <a:cubicBezTo>
                  <a:pt x="38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2" name="Freeform 386"/>
          <p:cNvSpPr>
            <a:spLocks noEditPoints="1"/>
          </p:cNvSpPr>
          <p:nvPr/>
        </p:nvSpPr>
        <p:spPr bwMode="auto">
          <a:xfrm>
            <a:off x="9498236" y="2202075"/>
            <a:ext cx="0" cy="2968983"/>
          </a:xfrm>
          <a:custGeom>
            <a:avLst/>
            <a:gdLst>
              <a:gd name="T0" fmla="*/ 48 w 48"/>
              <a:gd name="T1" fmla="*/ 360 h 7154"/>
              <a:gd name="T2" fmla="*/ 0 w 48"/>
              <a:gd name="T3" fmla="*/ 360 h 7154"/>
              <a:gd name="T4" fmla="*/ 24 w 48"/>
              <a:gd name="T5" fmla="*/ 0 h 7154"/>
              <a:gd name="T6" fmla="*/ 48 w 48"/>
              <a:gd name="T7" fmla="*/ 600 h 7154"/>
              <a:gd name="T8" fmla="*/ 24 w 48"/>
              <a:gd name="T9" fmla="*/ 960 h 7154"/>
              <a:gd name="T10" fmla="*/ 0 w 48"/>
              <a:gd name="T11" fmla="*/ 600 h 7154"/>
              <a:gd name="T12" fmla="*/ 48 w 48"/>
              <a:gd name="T13" fmla="*/ 600 h 7154"/>
              <a:gd name="T14" fmla="*/ 48 w 48"/>
              <a:gd name="T15" fmla="*/ 1512 h 7154"/>
              <a:gd name="T16" fmla="*/ 0 w 48"/>
              <a:gd name="T17" fmla="*/ 1512 h 7154"/>
              <a:gd name="T18" fmla="*/ 24 w 48"/>
              <a:gd name="T19" fmla="*/ 1152 h 7154"/>
              <a:gd name="T20" fmla="*/ 48 w 48"/>
              <a:gd name="T21" fmla="*/ 1752 h 7154"/>
              <a:gd name="T22" fmla="*/ 24 w 48"/>
              <a:gd name="T23" fmla="*/ 2112 h 7154"/>
              <a:gd name="T24" fmla="*/ 0 w 48"/>
              <a:gd name="T25" fmla="*/ 1752 h 7154"/>
              <a:gd name="T26" fmla="*/ 48 w 48"/>
              <a:gd name="T27" fmla="*/ 1752 h 7154"/>
              <a:gd name="T28" fmla="*/ 48 w 48"/>
              <a:gd name="T29" fmla="*/ 2664 h 7154"/>
              <a:gd name="T30" fmla="*/ 0 w 48"/>
              <a:gd name="T31" fmla="*/ 2664 h 7154"/>
              <a:gd name="T32" fmla="*/ 24 w 48"/>
              <a:gd name="T33" fmla="*/ 2304 h 7154"/>
              <a:gd name="T34" fmla="*/ 48 w 48"/>
              <a:gd name="T35" fmla="*/ 2904 h 7154"/>
              <a:gd name="T36" fmla="*/ 24 w 48"/>
              <a:gd name="T37" fmla="*/ 3264 h 7154"/>
              <a:gd name="T38" fmla="*/ 0 w 48"/>
              <a:gd name="T39" fmla="*/ 2904 h 7154"/>
              <a:gd name="T40" fmla="*/ 48 w 48"/>
              <a:gd name="T41" fmla="*/ 2904 h 7154"/>
              <a:gd name="T42" fmla="*/ 48 w 48"/>
              <a:gd name="T43" fmla="*/ 3816 h 7154"/>
              <a:gd name="T44" fmla="*/ 0 w 48"/>
              <a:gd name="T45" fmla="*/ 3816 h 7154"/>
              <a:gd name="T46" fmla="*/ 24 w 48"/>
              <a:gd name="T47" fmla="*/ 3456 h 7154"/>
              <a:gd name="T48" fmla="*/ 48 w 48"/>
              <a:gd name="T49" fmla="*/ 4056 h 7154"/>
              <a:gd name="T50" fmla="*/ 24 w 48"/>
              <a:gd name="T51" fmla="*/ 4416 h 7154"/>
              <a:gd name="T52" fmla="*/ 0 w 48"/>
              <a:gd name="T53" fmla="*/ 4056 h 7154"/>
              <a:gd name="T54" fmla="*/ 48 w 48"/>
              <a:gd name="T55" fmla="*/ 4056 h 7154"/>
              <a:gd name="T56" fmla="*/ 48 w 48"/>
              <a:gd name="T57" fmla="*/ 4968 h 7154"/>
              <a:gd name="T58" fmla="*/ 0 w 48"/>
              <a:gd name="T59" fmla="*/ 4968 h 7154"/>
              <a:gd name="T60" fmla="*/ 24 w 48"/>
              <a:gd name="T61" fmla="*/ 4608 h 7154"/>
              <a:gd name="T62" fmla="*/ 48 w 48"/>
              <a:gd name="T63" fmla="*/ 5208 h 7154"/>
              <a:gd name="T64" fmla="*/ 24 w 48"/>
              <a:gd name="T65" fmla="*/ 5568 h 7154"/>
              <a:gd name="T66" fmla="*/ 0 w 48"/>
              <a:gd name="T67" fmla="*/ 5208 h 7154"/>
              <a:gd name="T68" fmla="*/ 48 w 48"/>
              <a:gd name="T69" fmla="*/ 5208 h 7154"/>
              <a:gd name="T70" fmla="*/ 48 w 48"/>
              <a:gd name="T71" fmla="*/ 6120 h 7154"/>
              <a:gd name="T72" fmla="*/ 0 w 48"/>
              <a:gd name="T73" fmla="*/ 6120 h 7154"/>
              <a:gd name="T74" fmla="*/ 24 w 48"/>
              <a:gd name="T75" fmla="*/ 5760 h 7154"/>
              <a:gd name="T76" fmla="*/ 48 w 48"/>
              <a:gd name="T77" fmla="*/ 6360 h 7154"/>
              <a:gd name="T78" fmla="*/ 24 w 48"/>
              <a:gd name="T79" fmla="*/ 6720 h 7154"/>
              <a:gd name="T80" fmla="*/ 0 w 48"/>
              <a:gd name="T81" fmla="*/ 6360 h 7154"/>
              <a:gd name="T82" fmla="*/ 48 w 48"/>
              <a:gd name="T83" fmla="*/ 6360 h 7154"/>
              <a:gd name="T84" fmla="*/ 48 w 48"/>
              <a:gd name="T85" fmla="*/ 7130 h 7154"/>
              <a:gd name="T86" fmla="*/ 0 w 48"/>
              <a:gd name="T87" fmla="*/ 7130 h 7154"/>
              <a:gd name="T88" fmla="*/ 24 w 48"/>
              <a:gd name="T89" fmla="*/ 6912 h 71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8" h="7154">
                <a:moveTo>
                  <a:pt x="48" y="24"/>
                </a:moveTo>
                <a:lnTo>
                  <a:pt x="48" y="360"/>
                </a:lnTo>
                <a:cubicBezTo>
                  <a:pt x="48" y="374"/>
                  <a:pt x="37" y="384"/>
                  <a:pt x="24" y="384"/>
                </a:cubicBezTo>
                <a:cubicBezTo>
                  <a:pt x="11" y="384"/>
                  <a:pt x="0" y="374"/>
                  <a:pt x="0" y="360"/>
                </a:cubicBezTo>
                <a:lnTo>
                  <a:pt x="0" y="24"/>
                </a:lnTo>
                <a:cubicBezTo>
                  <a:pt x="0" y="11"/>
                  <a:pt x="11" y="0"/>
                  <a:pt x="24" y="0"/>
                </a:cubicBezTo>
                <a:cubicBezTo>
                  <a:pt x="37" y="0"/>
                  <a:pt x="48" y="11"/>
                  <a:pt x="48" y="24"/>
                </a:cubicBezTo>
                <a:close/>
                <a:moveTo>
                  <a:pt x="48" y="600"/>
                </a:moveTo>
                <a:lnTo>
                  <a:pt x="48" y="936"/>
                </a:lnTo>
                <a:cubicBezTo>
                  <a:pt x="48" y="950"/>
                  <a:pt x="37" y="960"/>
                  <a:pt x="24" y="960"/>
                </a:cubicBezTo>
                <a:cubicBezTo>
                  <a:pt x="11" y="960"/>
                  <a:pt x="0" y="950"/>
                  <a:pt x="0" y="936"/>
                </a:cubicBezTo>
                <a:lnTo>
                  <a:pt x="0" y="600"/>
                </a:lnTo>
                <a:cubicBezTo>
                  <a:pt x="0" y="587"/>
                  <a:pt x="11" y="576"/>
                  <a:pt x="24" y="576"/>
                </a:cubicBezTo>
                <a:cubicBezTo>
                  <a:pt x="37" y="576"/>
                  <a:pt x="48" y="587"/>
                  <a:pt x="48" y="600"/>
                </a:cubicBezTo>
                <a:close/>
                <a:moveTo>
                  <a:pt x="48" y="1176"/>
                </a:moveTo>
                <a:lnTo>
                  <a:pt x="48" y="1512"/>
                </a:lnTo>
                <a:cubicBezTo>
                  <a:pt x="48" y="1526"/>
                  <a:pt x="37" y="1536"/>
                  <a:pt x="24" y="1536"/>
                </a:cubicBezTo>
                <a:cubicBezTo>
                  <a:pt x="11" y="1536"/>
                  <a:pt x="0" y="1526"/>
                  <a:pt x="0" y="1512"/>
                </a:cubicBezTo>
                <a:lnTo>
                  <a:pt x="0" y="1176"/>
                </a:lnTo>
                <a:cubicBezTo>
                  <a:pt x="0" y="1163"/>
                  <a:pt x="11" y="1152"/>
                  <a:pt x="24" y="1152"/>
                </a:cubicBezTo>
                <a:cubicBezTo>
                  <a:pt x="37" y="1152"/>
                  <a:pt x="48" y="1163"/>
                  <a:pt x="48" y="1176"/>
                </a:cubicBezTo>
                <a:close/>
                <a:moveTo>
                  <a:pt x="48" y="1752"/>
                </a:moveTo>
                <a:lnTo>
                  <a:pt x="48" y="2088"/>
                </a:lnTo>
                <a:cubicBezTo>
                  <a:pt x="48" y="2102"/>
                  <a:pt x="37" y="2112"/>
                  <a:pt x="24" y="2112"/>
                </a:cubicBezTo>
                <a:cubicBezTo>
                  <a:pt x="11" y="2112"/>
                  <a:pt x="0" y="2102"/>
                  <a:pt x="0" y="2088"/>
                </a:cubicBezTo>
                <a:lnTo>
                  <a:pt x="0" y="1752"/>
                </a:lnTo>
                <a:cubicBezTo>
                  <a:pt x="0" y="1739"/>
                  <a:pt x="11" y="1728"/>
                  <a:pt x="24" y="1728"/>
                </a:cubicBezTo>
                <a:cubicBezTo>
                  <a:pt x="37" y="1728"/>
                  <a:pt x="48" y="1739"/>
                  <a:pt x="48" y="1752"/>
                </a:cubicBezTo>
                <a:close/>
                <a:moveTo>
                  <a:pt x="48" y="2328"/>
                </a:moveTo>
                <a:lnTo>
                  <a:pt x="48" y="2664"/>
                </a:lnTo>
                <a:cubicBezTo>
                  <a:pt x="48" y="2678"/>
                  <a:pt x="37" y="2688"/>
                  <a:pt x="24" y="2688"/>
                </a:cubicBezTo>
                <a:cubicBezTo>
                  <a:pt x="11" y="2688"/>
                  <a:pt x="0" y="2678"/>
                  <a:pt x="0" y="2664"/>
                </a:cubicBezTo>
                <a:lnTo>
                  <a:pt x="0" y="2328"/>
                </a:lnTo>
                <a:cubicBezTo>
                  <a:pt x="0" y="2315"/>
                  <a:pt x="11" y="2304"/>
                  <a:pt x="24" y="2304"/>
                </a:cubicBezTo>
                <a:cubicBezTo>
                  <a:pt x="37" y="2304"/>
                  <a:pt x="48" y="2315"/>
                  <a:pt x="48" y="2328"/>
                </a:cubicBezTo>
                <a:close/>
                <a:moveTo>
                  <a:pt x="48" y="2904"/>
                </a:moveTo>
                <a:lnTo>
                  <a:pt x="48" y="3240"/>
                </a:lnTo>
                <a:cubicBezTo>
                  <a:pt x="48" y="3254"/>
                  <a:pt x="37" y="3264"/>
                  <a:pt x="24" y="3264"/>
                </a:cubicBezTo>
                <a:cubicBezTo>
                  <a:pt x="11" y="3264"/>
                  <a:pt x="0" y="3254"/>
                  <a:pt x="0" y="3240"/>
                </a:cubicBezTo>
                <a:lnTo>
                  <a:pt x="0" y="2904"/>
                </a:lnTo>
                <a:cubicBezTo>
                  <a:pt x="0" y="2891"/>
                  <a:pt x="11" y="2880"/>
                  <a:pt x="24" y="2880"/>
                </a:cubicBezTo>
                <a:cubicBezTo>
                  <a:pt x="37" y="2880"/>
                  <a:pt x="48" y="2891"/>
                  <a:pt x="48" y="2904"/>
                </a:cubicBezTo>
                <a:close/>
                <a:moveTo>
                  <a:pt x="48" y="3480"/>
                </a:moveTo>
                <a:lnTo>
                  <a:pt x="48" y="3816"/>
                </a:lnTo>
                <a:cubicBezTo>
                  <a:pt x="48" y="3830"/>
                  <a:pt x="37" y="3840"/>
                  <a:pt x="24" y="3840"/>
                </a:cubicBezTo>
                <a:cubicBezTo>
                  <a:pt x="11" y="3840"/>
                  <a:pt x="0" y="3830"/>
                  <a:pt x="0" y="3816"/>
                </a:cubicBezTo>
                <a:lnTo>
                  <a:pt x="0" y="3480"/>
                </a:lnTo>
                <a:cubicBezTo>
                  <a:pt x="0" y="3467"/>
                  <a:pt x="11" y="3456"/>
                  <a:pt x="24" y="3456"/>
                </a:cubicBezTo>
                <a:cubicBezTo>
                  <a:pt x="37" y="3456"/>
                  <a:pt x="48" y="3467"/>
                  <a:pt x="48" y="3480"/>
                </a:cubicBezTo>
                <a:close/>
                <a:moveTo>
                  <a:pt x="48" y="4056"/>
                </a:moveTo>
                <a:lnTo>
                  <a:pt x="48" y="4392"/>
                </a:lnTo>
                <a:cubicBezTo>
                  <a:pt x="48" y="4406"/>
                  <a:pt x="37" y="4416"/>
                  <a:pt x="24" y="4416"/>
                </a:cubicBezTo>
                <a:cubicBezTo>
                  <a:pt x="11" y="4416"/>
                  <a:pt x="0" y="4406"/>
                  <a:pt x="0" y="4392"/>
                </a:cubicBezTo>
                <a:lnTo>
                  <a:pt x="0" y="4056"/>
                </a:lnTo>
                <a:cubicBezTo>
                  <a:pt x="0" y="4043"/>
                  <a:pt x="11" y="4032"/>
                  <a:pt x="24" y="4032"/>
                </a:cubicBezTo>
                <a:cubicBezTo>
                  <a:pt x="37" y="4032"/>
                  <a:pt x="48" y="4043"/>
                  <a:pt x="48" y="4056"/>
                </a:cubicBezTo>
                <a:close/>
                <a:moveTo>
                  <a:pt x="48" y="4632"/>
                </a:moveTo>
                <a:lnTo>
                  <a:pt x="48" y="4968"/>
                </a:lnTo>
                <a:cubicBezTo>
                  <a:pt x="48" y="4982"/>
                  <a:pt x="37" y="4992"/>
                  <a:pt x="24" y="4992"/>
                </a:cubicBezTo>
                <a:cubicBezTo>
                  <a:pt x="11" y="4992"/>
                  <a:pt x="0" y="4982"/>
                  <a:pt x="0" y="4968"/>
                </a:cubicBezTo>
                <a:lnTo>
                  <a:pt x="0" y="4632"/>
                </a:lnTo>
                <a:cubicBezTo>
                  <a:pt x="0" y="4619"/>
                  <a:pt x="11" y="4608"/>
                  <a:pt x="24" y="4608"/>
                </a:cubicBezTo>
                <a:cubicBezTo>
                  <a:pt x="37" y="4608"/>
                  <a:pt x="48" y="4619"/>
                  <a:pt x="48" y="4632"/>
                </a:cubicBezTo>
                <a:close/>
                <a:moveTo>
                  <a:pt x="48" y="5208"/>
                </a:moveTo>
                <a:lnTo>
                  <a:pt x="48" y="5544"/>
                </a:lnTo>
                <a:cubicBezTo>
                  <a:pt x="48" y="5558"/>
                  <a:pt x="37" y="5568"/>
                  <a:pt x="24" y="5568"/>
                </a:cubicBezTo>
                <a:cubicBezTo>
                  <a:pt x="10" y="5568"/>
                  <a:pt x="0" y="5558"/>
                  <a:pt x="0" y="5544"/>
                </a:cubicBezTo>
                <a:lnTo>
                  <a:pt x="0" y="5208"/>
                </a:lnTo>
                <a:cubicBezTo>
                  <a:pt x="0" y="5195"/>
                  <a:pt x="11" y="5184"/>
                  <a:pt x="24" y="5184"/>
                </a:cubicBezTo>
                <a:cubicBezTo>
                  <a:pt x="37" y="5184"/>
                  <a:pt x="48" y="5195"/>
                  <a:pt x="48" y="5208"/>
                </a:cubicBezTo>
                <a:close/>
                <a:moveTo>
                  <a:pt x="48" y="5784"/>
                </a:moveTo>
                <a:lnTo>
                  <a:pt x="48" y="6120"/>
                </a:lnTo>
                <a:cubicBezTo>
                  <a:pt x="48" y="6134"/>
                  <a:pt x="37" y="6144"/>
                  <a:pt x="24" y="6144"/>
                </a:cubicBezTo>
                <a:cubicBezTo>
                  <a:pt x="10" y="6144"/>
                  <a:pt x="0" y="6134"/>
                  <a:pt x="0" y="6120"/>
                </a:cubicBezTo>
                <a:lnTo>
                  <a:pt x="0" y="5784"/>
                </a:lnTo>
                <a:cubicBezTo>
                  <a:pt x="0" y="5771"/>
                  <a:pt x="10" y="5760"/>
                  <a:pt x="24" y="5760"/>
                </a:cubicBezTo>
                <a:cubicBezTo>
                  <a:pt x="37" y="5760"/>
                  <a:pt x="48" y="5771"/>
                  <a:pt x="48" y="5784"/>
                </a:cubicBezTo>
                <a:close/>
                <a:moveTo>
                  <a:pt x="48" y="6360"/>
                </a:moveTo>
                <a:lnTo>
                  <a:pt x="48" y="6696"/>
                </a:lnTo>
                <a:cubicBezTo>
                  <a:pt x="48" y="6710"/>
                  <a:pt x="37" y="6720"/>
                  <a:pt x="24" y="6720"/>
                </a:cubicBezTo>
                <a:cubicBezTo>
                  <a:pt x="10" y="6720"/>
                  <a:pt x="0" y="6710"/>
                  <a:pt x="0" y="6696"/>
                </a:cubicBezTo>
                <a:lnTo>
                  <a:pt x="0" y="6360"/>
                </a:lnTo>
                <a:cubicBezTo>
                  <a:pt x="0" y="6347"/>
                  <a:pt x="10" y="6336"/>
                  <a:pt x="24" y="6336"/>
                </a:cubicBezTo>
                <a:cubicBezTo>
                  <a:pt x="37" y="6336"/>
                  <a:pt x="48" y="6347"/>
                  <a:pt x="48" y="6360"/>
                </a:cubicBezTo>
                <a:close/>
                <a:moveTo>
                  <a:pt x="48" y="6936"/>
                </a:moveTo>
                <a:lnTo>
                  <a:pt x="48" y="7130"/>
                </a:lnTo>
                <a:cubicBezTo>
                  <a:pt x="48" y="7143"/>
                  <a:pt x="37" y="7154"/>
                  <a:pt x="24" y="7154"/>
                </a:cubicBezTo>
                <a:cubicBezTo>
                  <a:pt x="10" y="7154"/>
                  <a:pt x="0" y="7143"/>
                  <a:pt x="0" y="7130"/>
                </a:cubicBezTo>
                <a:lnTo>
                  <a:pt x="0" y="6936"/>
                </a:lnTo>
                <a:cubicBezTo>
                  <a:pt x="0" y="6923"/>
                  <a:pt x="10" y="6912"/>
                  <a:pt x="24" y="6912"/>
                </a:cubicBezTo>
                <a:cubicBezTo>
                  <a:pt x="37" y="6912"/>
                  <a:pt x="48" y="6923"/>
                  <a:pt x="48" y="6936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3" name="Freeform 387"/>
          <p:cNvSpPr>
            <a:spLocks noEditPoints="1"/>
          </p:cNvSpPr>
          <p:nvPr/>
        </p:nvSpPr>
        <p:spPr bwMode="auto">
          <a:xfrm>
            <a:off x="9940852" y="2250703"/>
            <a:ext cx="0" cy="2968983"/>
          </a:xfrm>
          <a:custGeom>
            <a:avLst/>
            <a:gdLst>
              <a:gd name="T0" fmla="*/ 24 w 24"/>
              <a:gd name="T1" fmla="*/ 180 h 3577"/>
              <a:gd name="T2" fmla="*/ 0 w 24"/>
              <a:gd name="T3" fmla="*/ 180 h 3577"/>
              <a:gd name="T4" fmla="*/ 12 w 24"/>
              <a:gd name="T5" fmla="*/ 0 h 3577"/>
              <a:gd name="T6" fmla="*/ 24 w 24"/>
              <a:gd name="T7" fmla="*/ 300 h 3577"/>
              <a:gd name="T8" fmla="*/ 12 w 24"/>
              <a:gd name="T9" fmla="*/ 480 h 3577"/>
              <a:gd name="T10" fmla="*/ 0 w 24"/>
              <a:gd name="T11" fmla="*/ 300 h 3577"/>
              <a:gd name="T12" fmla="*/ 24 w 24"/>
              <a:gd name="T13" fmla="*/ 300 h 3577"/>
              <a:gd name="T14" fmla="*/ 24 w 24"/>
              <a:gd name="T15" fmla="*/ 756 h 3577"/>
              <a:gd name="T16" fmla="*/ 0 w 24"/>
              <a:gd name="T17" fmla="*/ 756 h 3577"/>
              <a:gd name="T18" fmla="*/ 12 w 24"/>
              <a:gd name="T19" fmla="*/ 576 h 3577"/>
              <a:gd name="T20" fmla="*/ 24 w 24"/>
              <a:gd name="T21" fmla="*/ 876 h 3577"/>
              <a:gd name="T22" fmla="*/ 12 w 24"/>
              <a:gd name="T23" fmla="*/ 1056 h 3577"/>
              <a:gd name="T24" fmla="*/ 0 w 24"/>
              <a:gd name="T25" fmla="*/ 876 h 3577"/>
              <a:gd name="T26" fmla="*/ 24 w 24"/>
              <a:gd name="T27" fmla="*/ 876 h 3577"/>
              <a:gd name="T28" fmla="*/ 24 w 24"/>
              <a:gd name="T29" fmla="*/ 1332 h 3577"/>
              <a:gd name="T30" fmla="*/ 0 w 24"/>
              <a:gd name="T31" fmla="*/ 1332 h 3577"/>
              <a:gd name="T32" fmla="*/ 12 w 24"/>
              <a:gd name="T33" fmla="*/ 1152 h 3577"/>
              <a:gd name="T34" fmla="*/ 24 w 24"/>
              <a:gd name="T35" fmla="*/ 1452 h 3577"/>
              <a:gd name="T36" fmla="*/ 12 w 24"/>
              <a:gd name="T37" fmla="*/ 1632 h 3577"/>
              <a:gd name="T38" fmla="*/ 0 w 24"/>
              <a:gd name="T39" fmla="*/ 1452 h 3577"/>
              <a:gd name="T40" fmla="*/ 24 w 24"/>
              <a:gd name="T41" fmla="*/ 1452 h 3577"/>
              <a:gd name="T42" fmla="*/ 24 w 24"/>
              <a:gd name="T43" fmla="*/ 1908 h 3577"/>
              <a:gd name="T44" fmla="*/ 0 w 24"/>
              <a:gd name="T45" fmla="*/ 1908 h 3577"/>
              <a:gd name="T46" fmla="*/ 12 w 24"/>
              <a:gd name="T47" fmla="*/ 1728 h 3577"/>
              <a:gd name="T48" fmla="*/ 24 w 24"/>
              <a:gd name="T49" fmla="*/ 2028 h 3577"/>
              <a:gd name="T50" fmla="*/ 12 w 24"/>
              <a:gd name="T51" fmla="*/ 2208 h 3577"/>
              <a:gd name="T52" fmla="*/ 0 w 24"/>
              <a:gd name="T53" fmla="*/ 2028 h 3577"/>
              <a:gd name="T54" fmla="*/ 24 w 24"/>
              <a:gd name="T55" fmla="*/ 2028 h 3577"/>
              <a:gd name="T56" fmla="*/ 24 w 24"/>
              <a:gd name="T57" fmla="*/ 2484 h 3577"/>
              <a:gd name="T58" fmla="*/ 0 w 24"/>
              <a:gd name="T59" fmla="*/ 2484 h 3577"/>
              <a:gd name="T60" fmla="*/ 12 w 24"/>
              <a:gd name="T61" fmla="*/ 2304 h 3577"/>
              <a:gd name="T62" fmla="*/ 24 w 24"/>
              <a:gd name="T63" fmla="*/ 2604 h 3577"/>
              <a:gd name="T64" fmla="*/ 12 w 24"/>
              <a:gd name="T65" fmla="*/ 2784 h 3577"/>
              <a:gd name="T66" fmla="*/ 0 w 24"/>
              <a:gd name="T67" fmla="*/ 2604 h 3577"/>
              <a:gd name="T68" fmla="*/ 24 w 24"/>
              <a:gd name="T69" fmla="*/ 2604 h 3577"/>
              <a:gd name="T70" fmla="*/ 24 w 24"/>
              <a:gd name="T71" fmla="*/ 3060 h 3577"/>
              <a:gd name="T72" fmla="*/ 0 w 24"/>
              <a:gd name="T73" fmla="*/ 3060 h 3577"/>
              <a:gd name="T74" fmla="*/ 12 w 24"/>
              <a:gd name="T75" fmla="*/ 2880 h 3577"/>
              <a:gd name="T76" fmla="*/ 24 w 24"/>
              <a:gd name="T77" fmla="*/ 3180 h 3577"/>
              <a:gd name="T78" fmla="*/ 12 w 24"/>
              <a:gd name="T79" fmla="*/ 3360 h 3577"/>
              <a:gd name="T80" fmla="*/ 0 w 24"/>
              <a:gd name="T81" fmla="*/ 3180 h 3577"/>
              <a:gd name="T82" fmla="*/ 24 w 24"/>
              <a:gd name="T83" fmla="*/ 3180 h 3577"/>
              <a:gd name="T84" fmla="*/ 24 w 24"/>
              <a:gd name="T85" fmla="*/ 3565 h 3577"/>
              <a:gd name="T86" fmla="*/ 0 w 24"/>
              <a:gd name="T87" fmla="*/ 3565 h 3577"/>
              <a:gd name="T88" fmla="*/ 12 w 24"/>
              <a:gd name="T89" fmla="*/ 3456 h 3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4" h="3577">
                <a:moveTo>
                  <a:pt x="24" y="12"/>
                </a:moveTo>
                <a:lnTo>
                  <a:pt x="24" y="180"/>
                </a:lnTo>
                <a:cubicBezTo>
                  <a:pt x="24" y="187"/>
                  <a:pt x="19" y="192"/>
                  <a:pt x="12" y="192"/>
                </a:cubicBezTo>
                <a:cubicBezTo>
                  <a:pt x="6" y="192"/>
                  <a:pt x="0" y="187"/>
                  <a:pt x="0" y="180"/>
                </a:cubicBezTo>
                <a:lnTo>
                  <a:pt x="0" y="12"/>
                </a:lnTo>
                <a:cubicBezTo>
                  <a:pt x="0" y="6"/>
                  <a:pt x="6" y="0"/>
                  <a:pt x="12" y="0"/>
                </a:cubicBezTo>
                <a:cubicBezTo>
                  <a:pt x="19" y="0"/>
                  <a:pt x="24" y="6"/>
                  <a:pt x="24" y="12"/>
                </a:cubicBezTo>
                <a:close/>
                <a:moveTo>
                  <a:pt x="24" y="300"/>
                </a:moveTo>
                <a:lnTo>
                  <a:pt x="24" y="468"/>
                </a:lnTo>
                <a:cubicBezTo>
                  <a:pt x="24" y="475"/>
                  <a:pt x="19" y="480"/>
                  <a:pt x="12" y="480"/>
                </a:cubicBezTo>
                <a:cubicBezTo>
                  <a:pt x="6" y="480"/>
                  <a:pt x="0" y="475"/>
                  <a:pt x="0" y="468"/>
                </a:cubicBezTo>
                <a:lnTo>
                  <a:pt x="0" y="300"/>
                </a:lnTo>
                <a:cubicBezTo>
                  <a:pt x="0" y="294"/>
                  <a:pt x="6" y="288"/>
                  <a:pt x="12" y="288"/>
                </a:cubicBezTo>
                <a:cubicBezTo>
                  <a:pt x="19" y="288"/>
                  <a:pt x="24" y="294"/>
                  <a:pt x="24" y="300"/>
                </a:cubicBezTo>
                <a:close/>
                <a:moveTo>
                  <a:pt x="24" y="588"/>
                </a:moveTo>
                <a:lnTo>
                  <a:pt x="24" y="756"/>
                </a:lnTo>
                <a:cubicBezTo>
                  <a:pt x="24" y="763"/>
                  <a:pt x="19" y="768"/>
                  <a:pt x="12" y="768"/>
                </a:cubicBezTo>
                <a:cubicBezTo>
                  <a:pt x="6" y="768"/>
                  <a:pt x="0" y="763"/>
                  <a:pt x="0" y="756"/>
                </a:cubicBezTo>
                <a:lnTo>
                  <a:pt x="0" y="588"/>
                </a:lnTo>
                <a:cubicBezTo>
                  <a:pt x="0" y="582"/>
                  <a:pt x="6" y="576"/>
                  <a:pt x="12" y="576"/>
                </a:cubicBezTo>
                <a:cubicBezTo>
                  <a:pt x="19" y="576"/>
                  <a:pt x="24" y="582"/>
                  <a:pt x="24" y="588"/>
                </a:cubicBezTo>
                <a:close/>
                <a:moveTo>
                  <a:pt x="24" y="876"/>
                </a:moveTo>
                <a:lnTo>
                  <a:pt x="24" y="1044"/>
                </a:lnTo>
                <a:cubicBezTo>
                  <a:pt x="24" y="1051"/>
                  <a:pt x="19" y="1056"/>
                  <a:pt x="12" y="1056"/>
                </a:cubicBezTo>
                <a:cubicBezTo>
                  <a:pt x="6" y="1056"/>
                  <a:pt x="0" y="1051"/>
                  <a:pt x="0" y="1044"/>
                </a:cubicBezTo>
                <a:lnTo>
                  <a:pt x="0" y="876"/>
                </a:lnTo>
                <a:cubicBezTo>
                  <a:pt x="0" y="870"/>
                  <a:pt x="6" y="864"/>
                  <a:pt x="12" y="864"/>
                </a:cubicBezTo>
                <a:cubicBezTo>
                  <a:pt x="19" y="864"/>
                  <a:pt x="24" y="870"/>
                  <a:pt x="24" y="876"/>
                </a:cubicBezTo>
                <a:close/>
                <a:moveTo>
                  <a:pt x="24" y="1164"/>
                </a:moveTo>
                <a:lnTo>
                  <a:pt x="24" y="1332"/>
                </a:lnTo>
                <a:cubicBezTo>
                  <a:pt x="24" y="1339"/>
                  <a:pt x="19" y="1344"/>
                  <a:pt x="12" y="1344"/>
                </a:cubicBezTo>
                <a:cubicBezTo>
                  <a:pt x="6" y="1344"/>
                  <a:pt x="0" y="1339"/>
                  <a:pt x="0" y="1332"/>
                </a:cubicBezTo>
                <a:lnTo>
                  <a:pt x="0" y="1164"/>
                </a:lnTo>
                <a:cubicBezTo>
                  <a:pt x="0" y="1158"/>
                  <a:pt x="6" y="1152"/>
                  <a:pt x="12" y="1152"/>
                </a:cubicBezTo>
                <a:cubicBezTo>
                  <a:pt x="19" y="1152"/>
                  <a:pt x="24" y="1158"/>
                  <a:pt x="24" y="1164"/>
                </a:cubicBezTo>
                <a:close/>
                <a:moveTo>
                  <a:pt x="24" y="1452"/>
                </a:moveTo>
                <a:lnTo>
                  <a:pt x="24" y="1620"/>
                </a:lnTo>
                <a:cubicBezTo>
                  <a:pt x="24" y="1627"/>
                  <a:pt x="19" y="1632"/>
                  <a:pt x="12" y="1632"/>
                </a:cubicBezTo>
                <a:cubicBezTo>
                  <a:pt x="6" y="1632"/>
                  <a:pt x="0" y="1627"/>
                  <a:pt x="0" y="1620"/>
                </a:cubicBezTo>
                <a:lnTo>
                  <a:pt x="0" y="1452"/>
                </a:lnTo>
                <a:cubicBezTo>
                  <a:pt x="0" y="1446"/>
                  <a:pt x="6" y="1440"/>
                  <a:pt x="12" y="1440"/>
                </a:cubicBezTo>
                <a:cubicBezTo>
                  <a:pt x="19" y="1440"/>
                  <a:pt x="24" y="1446"/>
                  <a:pt x="24" y="1452"/>
                </a:cubicBezTo>
                <a:close/>
                <a:moveTo>
                  <a:pt x="24" y="1740"/>
                </a:moveTo>
                <a:lnTo>
                  <a:pt x="24" y="1908"/>
                </a:lnTo>
                <a:cubicBezTo>
                  <a:pt x="24" y="1915"/>
                  <a:pt x="19" y="1920"/>
                  <a:pt x="12" y="1920"/>
                </a:cubicBezTo>
                <a:cubicBezTo>
                  <a:pt x="6" y="1920"/>
                  <a:pt x="0" y="1915"/>
                  <a:pt x="0" y="1908"/>
                </a:cubicBezTo>
                <a:lnTo>
                  <a:pt x="0" y="1740"/>
                </a:lnTo>
                <a:cubicBezTo>
                  <a:pt x="0" y="1734"/>
                  <a:pt x="6" y="1728"/>
                  <a:pt x="12" y="1728"/>
                </a:cubicBezTo>
                <a:cubicBezTo>
                  <a:pt x="19" y="1728"/>
                  <a:pt x="24" y="1734"/>
                  <a:pt x="24" y="1740"/>
                </a:cubicBezTo>
                <a:close/>
                <a:moveTo>
                  <a:pt x="24" y="2028"/>
                </a:moveTo>
                <a:lnTo>
                  <a:pt x="24" y="2196"/>
                </a:lnTo>
                <a:cubicBezTo>
                  <a:pt x="24" y="2203"/>
                  <a:pt x="19" y="2208"/>
                  <a:pt x="12" y="2208"/>
                </a:cubicBezTo>
                <a:cubicBezTo>
                  <a:pt x="6" y="2208"/>
                  <a:pt x="0" y="2203"/>
                  <a:pt x="0" y="2196"/>
                </a:cubicBezTo>
                <a:lnTo>
                  <a:pt x="0" y="2028"/>
                </a:lnTo>
                <a:cubicBezTo>
                  <a:pt x="0" y="2022"/>
                  <a:pt x="6" y="2016"/>
                  <a:pt x="12" y="2016"/>
                </a:cubicBezTo>
                <a:cubicBezTo>
                  <a:pt x="19" y="2016"/>
                  <a:pt x="24" y="2022"/>
                  <a:pt x="24" y="2028"/>
                </a:cubicBezTo>
                <a:close/>
                <a:moveTo>
                  <a:pt x="24" y="2316"/>
                </a:moveTo>
                <a:lnTo>
                  <a:pt x="24" y="2484"/>
                </a:lnTo>
                <a:cubicBezTo>
                  <a:pt x="24" y="2491"/>
                  <a:pt x="19" y="2496"/>
                  <a:pt x="12" y="2496"/>
                </a:cubicBezTo>
                <a:cubicBezTo>
                  <a:pt x="6" y="2496"/>
                  <a:pt x="0" y="2491"/>
                  <a:pt x="0" y="2484"/>
                </a:cubicBezTo>
                <a:lnTo>
                  <a:pt x="0" y="2316"/>
                </a:lnTo>
                <a:cubicBezTo>
                  <a:pt x="0" y="2310"/>
                  <a:pt x="6" y="2304"/>
                  <a:pt x="12" y="2304"/>
                </a:cubicBezTo>
                <a:cubicBezTo>
                  <a:pt x="19" y="2304"/>
                  <a:pt x="24" y="2310"/>
                  <a:pt x="24" y="2316"/>
                </a:cubicBezTo>
                <a:close/>
                <a:moveTo>
                  <a:pt x="24" y="2604"/>
                </a:moveTo>
                <a:lnTo>
                  <a:pt x="24" y="2772"/>
                </a:lnTo>
                <a:cubicBezTo>
                  <a:pt x="24" y="2779"/>
                  <a:pt x="19" y="2784"/>
                  <a:pt x="12" y="2784"/>
                </a:cubicBezTo>
                <a:cubicBezTo>
                  <a:pt x="6" y="2784"/>
                  <a:pt x="0" y="2779"/>
                  <a:pt x="0" y="2772"/>
                </a:cubicBezTo>
                <a:lnTo>
                  <a:pt x="0" y="2604"/>
                </a:lnTo>
                <a:cubicBezTo>
                  <a:pt x="0" y="2598"/>
                  <a:pt x="6" y="2592"/>
                  <a:pt x="12" y="2592"/>
                </a:cubicBezTo>
                <a:cubicBezTo>
                  <a:pt x="19" y="2592"/>
                  <a:pt x="24" y="2598"/>
                  <a:pt x="24" y="2604"/>
                </a:cubicBezTo>
                <a:close/>
                <a:moveTo>
                  <a:pt x="24" y="2892"/>
                </a:moveTo>
                <a:lnTo>
                  <a:pt x="24" y="3060"/>
                </a:lnTo>
                <a:cubicBezTo>
                  <a:pt x="24" y="3067"/>
                  <a:pt x="19" y="3072"/>
                  <a:pt x="12" y="3072"/>
                </a:cubicBezTo>
                <a:cubicBezTo>
                  <a:pt x="6" y="3072"/>
                  <a:pt x="0" y="3067"/>
                  <a:pt x="0" y="3060"/>
                </a:cubicBezTo>
                <a:lnTo>
                  <a:pt x="0" y="2892"/>
                </a:lnTo>
                <a:cubicBezTo>
                  <a:pt x="0" y="2886"/>
                  <a:pt x="6" y="2880"/>
                  <a:pt x="12" y="2880"/>
                </a:cubicBezTo>
                <a:cubicBezTo>
                  <a:pt x="19" y="2880"/>
                  <a:pt x="24" y="2886"/>
                  <a:pt x="24" y="2892"/>
                </a:cubicBezTo>
                <a:close/>
                <a:moveTo>
                  <a:pt x="24" y="3180"/>
                </a:moveTo>
                <a:lnTo>
                  <a:pt x="24" y="3348"/>
                </a:lnTo>
                <a:cubicBezTo>
                  <a:pt x="24" y="3355"/>
                  <a:pt x="19" y="3360"/>
                  <a:pt x="12" y="3360"/>
                </a:cubicBezTo>
                <a:cubicBezTo>
                  <a:pt x="5" y="3360"/>
                  <a:pt x="0" y="3355"/>
                  <a:pt x="0" y="3348"/>
                </a:cubicBezTo>
                <a:lnTo>
                  <a:pt x="0" y="3180"/>
                </a:lnTo>
                <a:cubicBezTo>
                  <a:pt x="0" y="3174"/>
                  <a:pt x="5" y="3168"/>
                  <a:pt x="12" y="3168"/>
                </a:cubicBezTo>
                <a:cubicBezTo>
                  <a:pt x="19" y="3168"/>
                  <a:pt x="24" y="3174"/>
                  <a:pt x="24" y="3180"/>
                </a:cubicBezTo>
                <a:close/>
                <a:moveTo>
                  <a:pt x="24" y="3468"/>
                </a:moveTo>
                <a:lnTo>
                  <a:pt x="24" y="3565"/>
                </a:lnTo>
                <a:cubicBezTo>
                  <a:pt x="24" y="3572"/>
                  <a:pt x="19" y="3577"/>
                  <a:pt x="12" y="3577"/>
                </a:cubicBezTo>
                <a:cubicBezTo>
                  <a:pt x="5" y="3577"/>
                  <a:pt x="0" y="3572"/>
                  <a:pt x="0" y="3565"/>
                </a:cubicBezTo>
                <a:lnTo>
                  <a:pt x="0" y="3468"/>
                </a:lnTo>
                <a:cubicBezTo>
                  <a:pt x="0" y="3462"/>
                  <a:pt x="5" y="3456"/>
                  <a:pt x="12" y="3456"/>
                </a:cubicBezTo>
                <a:cubicBezTo>
                  <a:pt x="19" y="3456"/>
                  <a:pt x="24" y="3462"/>
                  <a:pt x="24" y="3468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4" name="Freeform 388"/>
          <p:cNvSpPr>
            <a:spLocks noEditPoints="1"/>
          </p:cNvSpPr>
          <p:nvPr/>
        </p:nvSpPr>
        <p:spPr bwMode="auto">
          <a:xfrm>
            <a:off x="10429173" y="2230130"/>
            <a:ext cx="0" cy="2968983"/>
          </a:xfrm>
          <a:custGeom>
            <a:avLst/>
            <a:gdLst>
              <a:gd name="T0" fmla="*/ 25 w 25"/>
              <a:gd name="T1" fmla="*/ 180 h 3577"/>
              <a:gd name="T2" fmla="*/ 1 w 25"/>
              <a:gd name="T3" fmla="*/ 180 h 3577"/>
              <a:gd name="T4" fmla="*/ 13 w 25"/>
              <a:gd name="T5" fmla="*/ 0 h 3577"/>
              <a:gd name="T6" fmla="*/ 25 w 25"/>
              <a:gd name="T7" fmla="*/ 300 h 3577"/>
              <a:gd name="T8" fmla="*/ 13 w 25"/>
              <a:gd name="T9" fmla="*/ 480 h 3577"/>
              <a:gd name="T10" fmla="*/ 1 w 25"/>
              <a:gd name="T11" fmla="*/ 300 h 3577"/>
              <a:gd name="T12" fmla="*/ 25 w 25"/>
              <a:gd name="T13" fmla="*/ 300 h 3577"/>
              <a:gd name="T14" fmla="*/ 25 w 25"/>
              <a:gd name="T15" fmla="*/ 756 h 3577"/>
              <a:gd name="T16" fmla="*/ 1 w 25"/>
              <a:gd name="T17" fmla="*/ 756 h 3577"/>
              <a:gd name="T18" fmla="*/ 13 w 25"/>
              <a:gd name="T19" fmla="*/ 576 h 3577"/>
              <a:gd name="T20" fmla="*/ 25 w 25"/>
              <a:gd name="T21" fmla="*/ 876 h 3577"/>
              <a:gd name="T22" fmla="*/ 13 w 25"/>
              <a:gd name="T23" fmla="*/ 1056 h 3577"/>
              <a:gd name="T24" fmla="*/ 1 w 25"/>
              <a:gd name="T25" fmla="*/ 876 h 3577"/>
              <a:gd name="T26" fmla="*/ 25 w 25"/>
              <a:gd name="T27" fmla="*/ 876 h 3577"/>
              <a:gd name="T28" fmla="*/ 25 w 25"/>
              <a:gd name="T29" fmla="*/ 1332 h 3577"/>
              <a:gd name="T30" fmla="*/ 1 w 25"/>
              <a:gd name="T31" fmla="*/ 1332 h 3577"/>
              <a:gd name="T32" fmla="*/ 13 w 25"/>
              <a:gd name="T33" fmla="*/ 1152 h 3577"/>
              <a:gd name="T34" fmla="*/ 25 w 25"/>
              <a:gd name="T35" fmla="*/ 1452 h 3577"/>
              <a:gd name="T36" fmla="*/ 13 w 25"/>
              <a:gd name="T37" fmla="*/ 1632 h 3577"/>
              <a:gd name="T38" fmla="*/ 1 w 25"/>
              <a:gd name="T39" fmla="*/ 1452 h 3577"/>
              <a:gd name="T40" fmla="*/ 25 w 25"/>
              <a:gd name="T41" fmla="*/ 1452 h 3577"/>
              <a:gd name="T42" fmla="*/ 25 w 25"/>
              <a:gd name="T43" fmla="*/ 1908 h 3577"/>
              <a:gd name="T44" fmla="*/ 1 w 25"/>
              <a:gd name="T45" fmla="*/ 1908 h 3577"/>
              <a:gd name="T46" fmla="*/ 13 w 25"/>
              <a:gd name="T47" fmla="*/ 1728 h 3577"/>
              <a:gd name="T48" fmla="*/ 25 w 25"/>
              <a:gd name="T49" fmla="*/ 2028 h 3577"/>
              <a:gd name="T50" fmla="*/ 13 w 25"/>
              <a:gd name="T51" fmla="*/ 2208 h 3577"/>
              <a:gd name="T52" fmla="*/ 1 w 25"/>
              <a:gd name="T53" fmla="*/ 2028 h 3577"/>
              <a:gd name="T54" fmla="*/ 25 w 25"/>
              <a:gd name="T55" fmla="*/ 2028 h 3577"/>
              <a:gd name="T56" fmla="*/ 25 w 25"/>
              <a:gd name="T57" fmla="*/ 2484 h 3577"/>
              <a:gd name="T58" fmla="*/ 1 w 25"/>
              <a:gd name="T59" fmla="*/ 2484 h 3577"/>
              <a:gd name="T60" fmla="*/ 13 w 25"/>
              <a:gd name="T61" fmla="*/ 2304 h 3577"/>
              <a:gd name="T62" fmla="*/ 25 w 25"/>
              <a:gd name="T63" fmla="*/ 2604 h 3577"/>
              <a:gd name="T64" fmla="*/ 12 w 25"/>
              <a:gd name="T65" fmla="*/ 2784 h 3577"/>
              <a:gd name="T66" fmla="*/ 1 w 25"/>
              <a:gd name="T67" fmla="*/ 2604 h 3577"/>
              <a:gd name="T68" fmla="*/ 25 w 25"/>
              <a:gd name="T69" fmla="*/ 2604 h 3577"/>
              <a:gd name="T70" fmla="*/ 24 w 25"/>
              <a:gd name="T71" fmla="*/ 3060 h 3577"/>
              <a:gd name="T72" fmla="*/ 0 w 25"/>
              <a:gd name="T73" fmla="*/ 3060 h 3577"/>
              <a:gd name="T74" fmla="*/ 12 w 25"/>
              <a:gd name="T75" fmla="*/ 2880 h 3577"/>
              <a:gd name="T76" fmla="*/ 24 w 25"/>
              <a:gd name="T77" fmla="*/ 3180 h 3577"/>
              <a:gd name="T78" fmla="*/ 12 w 25"/>
              <a:gd name="T79" fmla="*/ 3360 h 3577"/>
              <a:gd name="T80" fmla="*/ 0 w 25"/>
              <a:gd name="T81" fmla="*/ 3180 h 3577"/>
              <a:gd name="T82" fmla="*/ 24 w 25"/>
              <a:gd name="T83" fmla="*/ 3180 h 3577"/>
              <a:gd name="T84" fmla="*/ 24 w 25"/>
              <a:gd name="T85" fmla="*/ 3565 h 3577"/>
              <a:gd name="T86" fmla="*/ 0 w 25"/>
              <a:gd name="T87" fmla="*/ 3565 h 3577"/>
              <a:gd name="T88" fmla="*/ 12 w 25"/>
              <a:gd name="T89" fmla="*/ 3456 h 3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" h="3577">
                <a:moveTo>
                  <a:pt x="25" y="12"/>
                </a:moveTo>
                <a:lnTo>
                  <a:pt x="25" y="180"/>
                </a:lnTo>
                <a:cubicBezTo>
                  <a:pt x="25" y="187"/>
                  <a:pt x="19" y="192"/>
                  <a:pt x="13" y="192"/>
                </a:cubicBezTo>
                <a:cubicBezTo>
                  <a:pt x="6" y="192"/>
                  <a:pt x="1" y="187"/>
                  <a:pt x="1" y="180"/>
                </a:cubicBezTo>
                <a:lnTo>
                  <a:pt x="1" y="12"/>
                </a:lnTo>
                <a:cubicBezTo>
                  <a:pt x="1" y="6"/>
                  <a:pt x="6" y="0"/>
                  <a:pt x="13" y="0"/>
                </a:cubicBezTo>
                <a:cubicBezTo>
                  <a:pt x="19" y="0"/>
                  <a:pt x="25" y="6"/>
                  <a:pt x="25" y="12"/>
                </a:cubicBezTo>
                <a:close/>
                <a:moveTo>
                  <a:pt x="25" y="300"/>
                </a:moveTo>
                <a:lnTo>
                  <a:pt x="25" y="468"/>
                </a:lnTo>
                <a:cubicBezTo>
                  <a:pt x="25" y="475"/>
                  <a:pt x="19" y="480"/>
                  <a:pt x="13" y="480"/>
                </a:cubicBezTo>
                <a:cubicBezTo>
                  <a:pt x="6" y="480"/>
                  <a:pt x="1" y="475"/>
                  <a:pt x="1" y="468"/>
                </a:cubicBezTo>
                <a:lnTo>
                  <a:pt x="1" y="300"/>
                </a:lnTo>
                <a:cubicBezTo>
                  <a:pt x="1" y="294"/>
                  <a:pt x="6" y="288"/>
                  <a:pt x="13" y="288"/>
                </a:cubicBezTo>
                <a:cubicBezTo>
                  <a:pt x="19" y="288"/>
                  <a:pt x="25" y="294"/>
                  <a:pt x="25" y="300"/>
                </a:cubicBezTo>
                <a:close/>
                <a:moveTo>
                  <a:pt x="25" y="588"/>
                </a:moveTo>
                <a:lnTo>
                  <a:pt x="25" y="756"/>
                </a:lnTo>
                <a:cubicBezTo>
                  <a:pt x="25" y="763"/>
                  <a:pt x="19" y="768"/>
                  <a:pt x="13" y="768"/>
                </a:cubicBezTo>
                <a:cubicBezTo>
                  <a:pt x="6" y="768"/>
                  <a:pt x="1" y="763"/>
                  <a:pt x="1" y="756"/>
                </a:cubicBezTo>
                <a:lnTo>
                  <a:pt x="1" y="588"/>
                </a:lnTo>
                <a:cubicBezTo>
                  <a:pt x="1" y="582"/>
                  <a:pt x="6" y="576"/>
                  <a:pt x="13" y="576"/>
                </a:cubicBezTo>
                <a:cubicBezTo>
                  <a:pt x="19" y="576"/>
                  <a:pt x="25" y="582"/>
                  <a:pt x="25" y="588"/>
                </a:cubicBezTo>
                <a:close/>
                <a:moveTo>
                  <a:pt x="25" y="876"/>
                </a:moveTo>
                <a:lnTo>
                  <a:pt x="25" y="1044"/>
                </a:lnTo>
                <a:cubicBezTo>
                  <a:pt x="25" y="1051"/>
                  <a:pt x="19" y="1056"/>
                  <a:pt x="13" y="1056"/>
                </a:cubicBezTo>
                <a:cubicBezTo>
                  <a:pt x="6" y="1056"/>
                  <a:pt x="1" y="1051"/>
                  <a:pt x="1" y="1044"/>
                </a:cubicBezTo>
                <a:lnTo>
                  <a:pt x="1" y="876"/>
                </a:lnTo>
                <a:cubicBezTo>
                  <a:pt x="1" y="870"/>
                  <a:pt x="6" y="864"/>
                  <a:pt x="13" y="864"/>
                </a:cubicBezTo>
                <a:cubicBezTo>
                  <a:pt x="19" y="864"/>
                  <a:pt x="25" y="870"/>
                  <a:pt x="25" y="876"/>
                </a:cubicBezTo>
                <a:close/>
                <a:moveTo>
                  <a:pt x="25" y="1164"/>
                </a:moveTo>
                <a:lnTo>
                  <a:pt x="25" y="1332"/>
                </a:lnTo>
                <a:cubicBezTo>
                  <a:pt x="25" y="1339"/>
                  <a:pt x="19" y="1344"/>
                  <a:pt x="13" y="1344"/>
                </a:cubicBezTo>
                <a:cubicBezTo>
                  <a:pt x="6" y="1344"/>
                  <a:pt x="1" y="1339"/>
                  <a:pt x="1" y="1332"/>
                </a:cubicBezTo>
                <a:lnTo>
                  <a:pt x="1" y="1164"/>
                </a:lnTo>
                <a:cubicBezTo>
                  <a:pt x="1" y="1158"/>
                  <a:pt x="6" y="1152"/>
                  <a:pt x="13" y="1152"/>
                </a:cubicBezTo>
                <a:cubicBezTo>
                  <a:pt x="19" y="1152"/>
                  <a:pt x="25" y="1158"/>
                  <a:pt x="25" y="1164"/>
                </a:cubicBezTo>
                <a:close/>
                <a:moveTo>
                  <a:pt x="25" y="1452"/>
                </a:moveTo>
                <a:lnTo>
                  <a:pt x="25" y="1620"/>
                </a:lnTo>
                <a:cubicBezTo>
                  <a:pt x="25" y="1627"/>
                  <a:pt x="19" y="1632"/>
                  <a:pt x="13" y="1632"/>
                </a:cubicBezTo>
                <a:cubicBezTo>
                  <a:pt x="6" y="1632"/>
                  <a:pt x="1" y="1627"/>
                  <a:pt x="1" y="1620"/>
                </a:cubicBezTo>
                <a:lnTo>
                  <a:pt x="1" y="1452"/>
                </a:lnTo>
                <a:cubicBezTo>
                  <a:pt x="1" y="1446"/>
                  <a:pt x="6" y="1440"/>
                  <a:pt x="13" y="1440"/>
                </a:cubicBezTo>
                <a:cubicBezTo>
                  <a:pt x="19" y="1440"/>
                  <a:pt x="25" y="1446"/>
                  <a:pt x="25" y="1452"/>
                </a:cubicBezTo>
                <a:close/>
                <a:moveTo>
                  <a:pt x="25" y="1740"/>
                </a:moveTo>
                <a:lnTo>
                  <a:pt x="25" y="1908"/>
                </a:lnTo>
                <a:cubicBezTo>
                  <a:pt x="25" y="1915"/>
                  <a:pt x="19" y="1920"/>
                  <a:pt x="13" y="1920"/>
                </a:cubicBezTo>
                <a:cubicBezTo>
                  <a:pt x="6" y="1920"/>
                  <a:pt x="1" y="1915"/>
                  <a:pt x="1" y="1908"/>
                </a:cubicBezTo>
                <a:lnTo>
                  <a:pt x="1" y="1740"/>
                </a:lnTo>
                <a:cubicBezTo>
                  <a:pt x="1" y="1734"/>
                  <a:pt x="6" y="1728"/>
                  <a:pt x="13" y="1728"/>
                </a:cubicBezTo>
                <a:cubicBezTo>
                  <a:pt x="19" y="1728"/>
                  <a:pt x="25" y="1734"/>
                  <a:pt x="25" y="1740"/>
                </a:cubicBezTo>
                <a:close/>
                <a:moveTo>
                  <a:pt x="25" y="2028"/>
                </a:moveTo>
                <a:lnTo>
                  <a:pt x="25" y="2196"/>
                </a:lnTo>
                <a:cubicBezTo>
                  <a:pt x="25" y="2203"/>
                  <a:pt x="19" y="2208"/>
                  <a:pt x="13" y="2208"/>
                </a:cubicBezTo>
                <a:cubicBezTo>
                  <a:pt x="6" y="2208"/>
                  <a:pt x="1" y="2203"/>
                  <a:pt x="1" y="2196"/>
                </a:cubicBezTo>
                <a:lnTo>
                  <a:pt x="1" y="2028"/>
                </a:lnTo>
                <a:cubicBezTo>
                  <a:pt x="1" y="2022"/>
                  <a:pt x="6" y="2016"/>
                  <a:pt x="13" y="2016"/>
                </a:cubicBezTo>
                <a:cubicBezTo>
                  <a:pt x="19" y="2016"/>
                  <a:pt x="25" y="2022"/>
                  <a:pt x="25" y="2028"/>
                </a:cubicBezTo>
                <a:close/>
                <a:moveTo>
                  <a:pt x="25" y="2316"/>
                </a:moveTo>
                <a:lnTo>
                  <a:pt x="25" y="2484"/>
                </a:lnTo>
                <a:cubicBezTo>
                  <a:pt x="25" y="2491"/>
                  <a:pt x="19" y="2496"/>
                  <a:pt x="13" y="2496"/>
                </a:cubicBezTo>
                <a:cubicBezTo>
                  <a:pt x="6" y="2496"/>
                  <a:pt x="1" y="2491"/>
                  <a:pt x="1" y="2484"/>
                </a:cubicBezTo>
                <a:lnTo>
                  <a:pt x="1" y="2316"/>
                </a:lnTo>
                <a:cubicBezTo>
                  <a:pt x="1" y="2310"/>
                  <a:pt x="6" y="2304"/>
                  <a:pt x="13" y="2304"/>
                </a:cubicBezTo>
                <a:cubicBezTo>
                  <a:pt x="19" y="2304"/>
                  <a:pt x="25" y="2310"/>
                  <a:pt x="25" y="2316"/>
                </a:cubicBezTo>
                <a:close/>
                <a:moveTo>
                  <a:pt x="25" y="2604"/>
                </a:moveTo>
                <a:lnTo>
                  <a:pt x="25" y="2772"/>
                </a:lnTo>
                <a:cubicBezTo>
                  <a:pt x="24" y="2779"/>
                  <a:pt x="19" y="2784"/>
                  <a:pt x="12" y="2784"/>
                </a:cubicBezTo>
                <a:cubicBezTo>
                  <a:pt x="6" y="2784"/>
                  <a:pt x="0" y="2779"/>
                  <a:pt x="1" y="2772"/>
                </a:cubicBezTo>
                <a:lnTo>
                  <a:pt x="1" y="2604"/>
                </a:lnTo>
                <a:cubicBezTo>
                  <a:pt x="1" y="2598"/>
                  <a:pt x="6" y="2592"/>
                  <a:pt x="13" y="2592"/>
                </a:cubicBezTo>
                <a:cubicBezTo>
                  <a:pt x="19" y="2592"/>
                  <a:pt x="25" y="2598"/>
                  <a:pt x="25" y="2604"/>
                </a:cubicBezTo>
                <a:close/>
                <a:moveTo>
                  <a:pt x="24" y="2892"/>
                </a:moveTo>
                <a:lnTo>
                  <a:pt x="24" y="3060"/>
                </a:lnTo>
                <a:cubicBezTo>
                  <a:pt x="24" y="3067"/>
                  <a:pt x="19" y="3072"/>
                  <a:pt x="12" y="3072"/>
                </a:cubicBezTo>
                <a:cubicBezTo>
                  <a:pt x="6" y="3072"/>
                  <a:pt x="0" y="3067"/>
                  <a:pt x="0" y="3060"/>
                </a:cubicBezTo>
                <a:lnTo>
                  <a:pt x="0" y="2892"/>
                </a:lnTo>
                <a:cubicBezTo>
                  <a:pt x="0" y="2886"/>
                  <a:pt x="6" y="2880"/>
                  <a:pt x="12" y="2880"/>
                </a:cubicBezTo>
                <a:cubicBezTo>
                  <a:pt x="19" y="2880"/>
                  <a:pt x="24" y="2886"/>
                  <a:pt x="24" y="2892"/>
                </a:cubicBezTo>
                <a:close/>
                <a:moveTo>
                  <a:pt x="24" y="3180"/>
                </a:moveTo>
                <a:lnTo>
                  <a:pt x="24" y="3348"/>
                </a:lnTo>
                <a:cubicBezTo>
                  <a:pt x="24" y="3355"/>
                  <a:pt x="19" y="3360"/>
                  <a:pt x="12" y="3360"/>
                </a:cubicBezTo>
                <a:cubicBezTo>
                  <a:pt x="6" y="3360"/>
                  <a:pt x="0" y="3355"/>
                  <a:pt x="0" y="3348"/>
                </a:cubicBezTo>
                <a:lnTo>
                  <a:pt x="0" y="3180"/>
                </a:lnTo>
                <a:cubicBezTo>
                  <a:pt x="0" y="3174"/>
                  <a:pt x="6" y="3168"/>
                  <a:pt x="12" y="3168"/>
                </a:cubicBezTo>
                <a:cubicBezTo>
                  <a:pt x="19" y="3168"/>
                  <a:pt x="24" y="3174"/>
                  <a:pt x="24" y="3180"/>
                </a:cubicBezTo>
                <a:close/>
                <a:moveTo>
                  <a:pt x="24" y="3468"/>
                </a:moveTo>
                <a:lnTo>
                  <a:pt x="24" y="3565"/>
                </a:lnTo>
                <a:cubicBezTo>
                  <a:pt x="24" y="3572"/>
                  <a:pt x="19" y="3577"/>
                  <a:pt x="12" y="3577"/>
                </a:cubicBezTo>
                <a:cubicBezTo>
                  <a:pt x="6" y="3577"/>
                  <a:pt x="0" y="3572"/>
                  <a:pt x="0" y="3565"/>
                </a:cubicBezTo>
                <a:lnTo>
                  <a:pt x="0" y="3468"/>
                </a:lnTo>
                <a:cubicBezTo>
                  <a:pt x="0" y="3462"/>
                  <a:pt x="6" y="3456"/>
                  <a:pt x="12" y="3456"/>
                </a:cubicBezTo>
                <a:cubicBezTo>
                  <a:pt x="19" y="3456"/>
                  <a:pt x="24" y="3462"/>
                  <a:pt x="24" y="3468"/>
                </a:cubicBezTo>
                <a:close/>
              </a:path>
            </a:pathLst>
          </a:custGeom>
          <a:solidFill>
            <a:srgbClr val="000000"/>
          </a:solidFill>
          <a:ln w="9525" cap="flat">
            <a:solidFill>
              <a:srgbClr val="000000"/>
            </a:solidFill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5" name="Rectangle 389"/>
          <p:cNvSpPr>
            <a:spLocks noChangeArrowheads="1"/>
          </p:cNvSpPr>
          <p:nvPr/>
        </p:nvSpPr>
        <p:spPr bwMode="auto">
          <a:xfrm>
            <a:off x="4867612" y="4553094"/>
            <a:ext cx="500348" cy="46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charset="0"/>
              </a:rPr>
              <a:t>Q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6" name="Freeform 390"/>
          <p:cNvSpPr/>
          <p:nvPr/>
        </p:nvSpPr>
        <p:spPr bwMode="auto">
          <a:xfrm>
            <a:off x="7172099" y="4448355"/>
            <a:ext cx="476293" cy="585416"/>
          </a:xfrm>
          <a:custGeom>
            <a:avLst/>
            <a:gdLst>
              <a:gd name="T0" fmla="*/ 198 w 198"/>
              <a:gd name="T1" fmla="*/ 313 h 313"/>
              <a:gd name="T2" fmla="*/ 198 w 198"/>
              <a:gd name="T3" fmla="*/ 0 h 313"/>
              <a:gd name="T4" fmla="*/ 0 w 198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313">
                <a:moveTo>
                  <a:pt x="198" y="313"/>
                </a:moveTo>
                <a:lnTo>
                  <a:pt x="19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7" name="Freeform 391"/>
          <p:cNvSpPr/>
          <p:nvPr/>
        </p:nvSpPr>
        <p:spPr bwMode="auto">
          <a:xfrm>
            <a:off x="7679663" y="4459577"/>
            <a:ext cx="435400" cy="574194"/>
          </a:xfrm>
          <a:custGeom>
            <a:avLst/>
            <a:gdLst>
              <a:gd name="T0" fmla="*/ 202 w 202"/>
              <a:gd name="T1" fmla="*/ 0 h 307"/>
              <a:gd name="T2" fmla="*/ 202 w 202"/>
              <a:gd name="T3" fmla="*/ 307 h 307"/>
              <a:gd name="T4" fmla="*/ 0 w 202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2" h="307">
                <a:moveTo>
                  <a:pt x="202" y="0"/>
                </a:moveTo>
                <a:lnTo>
                  <a:pt x="202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8" name="Freeform 392"/>
          <p:cNvSpPr/>
          <p:nvPr/>
        </p:nvSpPr>
        <p:spPr bwMode="auto">
          <a:xfrm>
            <a:off x="8115063" y="4448355"/>
            <a:ext cx="481104" cy="585416"/>
          </a:xfrm>
          <a:custGeom>
            <a:avLst/>
            <a:gdLst>
              <a:gd name="T0" fmla="*/ 191 w 191"/>
              <a:gd name="T1" fmla="*/ 313 h 313"/>
              <a:gd name="T2" fmla="*/ 191 w 191"/>
              <a:gd name="T3" fmla="*/ 0 h 313"/>
              <a:gd name="T4" fmla="*/ 0 w 191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1" h="313">
                <a:moveTo>
                  <a:pt x="191" y="313"/>
                </a:moveTo>
                <a:lnTo>
                  <a:pt x="191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9" name="Line 393"/>
          <p:cNvSpPr>
            <a:spLocks noChangeShapeType="1"/>
          </p:cNvSpPr>
          <p:nvPr/>
        </p:nvSpPr>
        <p:spPr bwMode="auto">
          <a:xfrm flipH="1" flipV="1">
            <a:off x="8610600" y="5032248"/>
            <a:ext cx="875606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0" name="Freeform 394"/>
          <p:cNvSpPr/>
          <p:nvPr/>
        </p:nvSpPr>
        <p:spPr bwMode="auto">
          <a:xfrm>
            <a:off x="9491020" y="4459577"/>
            <a:ext cx="454644" cy="574194"/>
          </a:xfrm>
          <a:custGeom>
            <a:avLst/>
            <a:gdLst>
              <a:gd name="T0" fmla="*/ 189 w 189"/>
              <a:gd name="T1" fmla="*/ 0 h 307"/>
              <a:gd name="T2" fmla="*/ 189 w 189"/>
              <a:gd name="T3" fmla="*/ 307 h 307"/>
              <a:gd name="T4" fmla="*/ 0 w 189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89" h="307">
                <a:moveTo>
                  <a:pt x="189" y="0"/>
                </a:moveTo>
                <a:lnTo>
                  <a:pt x="189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1" name="Freeform 395"/>
          <p:cNvSpPr/>
          <p:nvPr/>
        </p:nvSpPr>
        <p:spPr bwMode="auto">
          <a:xfrm>
            <a:off x="9952880" y="4448355"/>
            <a:ext cx="476293" cy="585416"/>
          </a:xfrm>
          <a:custGeom>
            <a:avLst/>
            <a:gdLst>
              <a:gd name="T0" fmla="*/ 198 w 198"/>
              <a:gd name="T1" fmla="*/ 313 h 313"/>
              <a:gd name="T2" fmla="*/ 198 w 198"/>
              <a:gd name="T3" fmla="*/ 0 h 313"/>
              <a:gd name="T4" fmla="*/ 0 w 198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313">
                <a:moveTo>
                  <a:pt x="198" y="313"/>
                </a:moveTo>
                <a:lnTo>
                  <a:pt x="19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2" name="Line 396"/>
          <p:cNvSpPr>
            <a:spLocks noChangeShapeType="1"/>
          </p:cNvSpPr>
          <p:nvPr/>
        </p:nvSpPr>
        <p:spPr bwMode="auto">
          <a:xfrm flipH="1" flipV="1">
            <a:off x="10436389" y="5033771"/>
            <a:ext cx="478699" cy="0"/>
          </a:xfrm>
          <a:prstGeom prst="line">
            <a:avLst/>
          </a:pr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3" name="Freeform 397"/>
          <p:cNvSpPr/>
          <p:nvPr/>
        </p:nvSpPr>
        <p:spPr bwMode="auto">
          <a:xfrm>
            <a:off x="5329471" y="4459577"/>
            <a:ext cx="868393" cy="576065"/>
          </a:xfrm>
          <a:custGeom>
            <a:avLst/>
            <a:gdLst>
              <a:gd name="T0" fmla="*/ 361 w 361"/>
              <a:gd name="T1" fmla="*/ 0 h 308"/>
              <a:gd name="T2" fmla="*/ 361 w 361"/>
              <a:gd name="T3" fmla="*/ 308 h 308"/>
              <a:gd name="T4" fmla="*/ 0 w 361"/>
              <a:gd name="T5" fmla="*/ 308 h 3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61" h="308">
                <a:moveTo>
                  <a:pt x="361" y="0"/>
                </a:moveTo>
                <a:lnTo>
                  <a:pt x="361" y="308"/>
                </a:lnTo>
                <a:lnTo>
                  <a:pt x="0" y="308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4" name="Freeform 398"/>
          <p:cNvSpPr/>
          <p:nvPr/>
        </p:nvSpPr>
        <p:spPr bwMode="auto">
          <a:xfrm>
            <a:off x="6205080" y="4448355"/>
            <a:ext cx="476293" cy="585416"/>
          </a:xfrm>
          <a:custGeom>
            <a:avLst/>
            <a:gdLst>
              <a:gd name="T0" fmla="*/ 198 w 198"/>
              <a:gd name="T1" fmla="*/ 313 h 313"/>
              <a:gd name="T2" fmla="*/ 198 w 198"/>
              <a:gd name="T3" fmla="*/ 0 h 313"/>
              <a:gd name="T4" fmla="*/ 0 w 198"/>
              <a:gd name="T5" fmla="*/ 0 h 3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98" h="313">
                <a:moveTo>
                  <a:pt x="198" y="313"/>
                </a:moveTo>
                <a:lnTo>
                  <a:pt x="198" y="0"/>
                </a:lnTo>
                <a:lnTo>
                  <a:pt x="0" y="0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5" name="Freeform 399"/>
          <p:cNvSpPr/>
          <p:nvPr/>
        </p:nvSpPr>
        <p:spPr bwMode="auto">
          <a:xfrm>
            <a:off x="6688589" y="4459577"/>
            <a:ext cx="476293" cy="574194"/>
          </a:xfrm>
          <a:custGeom>
            <a:avLst/>
            <a:gdLst>
              <a:gd name="T0" fmla="*/ 209 w 209"/>
              <a:gd name="T1" fmla="*/ 0 h 307"/>
              <a:gd name="T2" fmla="*/ 209 w 209"/>
              <a:gd name="T3" fmla="*/ 307 h 307"/>
              <a:gd name="T4" fmla="*/ 0 w 209"/>
              <a:gd name="T5" fmla="*/ 307 h 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9" h="307">
                <a:moveTo>
                  <a:pt x="209" y="0"/>
                </a:moveTo>
                <a:lnTo>
                  <a:pt x="209" y="307"/>
                </a:lnTo>
                <a:lnTo>
                  <a:pt x="0" y="307"/>
                </a:lnTo>
              </a:path>
            </a:pathLst>
          </a:custGeom>
          <a:noFill/>
          <a:ln w="25400" cap="rnd">
            <a:solidFill>
              <a:srgbClr val="00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6" name="椭圆 85"/>
          <p:cNvSpPr/>
          <p:nvPr/>
        </p:nvSpPr>
        <p:spPr>
          <a:xfrm>
            <a:off x="1468020" y="2332295"/>
            <a:ext cx="108000" cy="108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96875" y="449580"/>
            <a:ext cx="11229340" cy="63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分析下图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同步计数</a:t>
            </a:r>
            <a:r>
              <a:rPr lang="zh-CN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电路，画出状态转移图并说明能否自启动。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24296" y="3902908"/>
            <a:ext cx="5194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dirty="0">
                <a:solidFill>
                  <a:schemeClr val="tx1"/>
                </a:solidFill>
                <a:latin typeface="+mn-ea"/>
                <a:ea typeface="+mn-ea"/>
              </a:rPr>
              <a:t>①</a:t>
            </a:r>
            <a:r>
              <a:rPr kumimoji="0"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根据电路图写出三组方程 </a:t>
            </a:r>
            <a:endParaRPr kumimoji="0"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2" name="Text Box 16"/>
          <p:cNvSpPr txBox="1">
            <a:spLocks noChangeArrowheads="1"/>
          </p:cNvSpPr>
          <p:nvPr/>
        </p:nvSpPr>
        <p:spPr bwMode="auto">
          <a:xfrm>
            <a:off x="935446" y="4422021"/>
            <a:ext cx="2038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>
                <a:latin typeface="+mn-ea"/>
                <a:ea typeface="+mn-ea"/>
              </a:rPr>
              <a:t>a.</a:t>
            </a:r>
            <a:r>
              <a:rPr kumimoji="0" lang="zh-CN" altLang="en-US" sz="2800">
                <a:latin typeface="+mn-ea"/>
                <a:ea typeface="+mn-ea"/>
              </a:rPr>
              <a:t> 激励方程 </a:t>
            </a:r>
            <a:endParaRPr kumimoji="0" lang="zh-CN" altLang="en-US" sz="2800">
              <a:latin typeface="+mn-ea"/>
              <a:ea typeface="+mn-ea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2946809" y="4422021"/>
            <a:ext cx="20399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>
                <a:latin typeface="+mn-ea"/>
                <a:ea typeface="+mn-ea"/>
              </a:rPr>
              <a:t>b.</a:t>
            </a:r>
            <a:r>
              <a:rPr kumimoji="0" lang="zh-CN" altLang="en-US" sz="2800">
                <a:latin typeface="+mn-ea"/>
                <a:ea typeface="+mn-ea"/>
              </a:rPr>
              <a:t> 次态方程 </a:t>
            </a:r>
            <a:endParaRPr kumimoji="0" lang="zh-CN" altLang="en-US" sz="2800">
              <a:latin typeface="+mn-ea"/>
              <a:ea typeface="+mn-ea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4986746" y="4422021"/>
            <a:ext cx="2093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>
                <a:latin typeface="+mn-ea"/>
                <a:ea typeface="+mn-ea"/>
              </a:rPr>
              <a:t>c.</a:t>
            </a:r>
            <a:r>
              <a:rPr kumimoji="0" lang="zh-CN" altLang="en-US" sz="2800">
                <a:latin typeface="+mn-ea"/>
                <a:ea typeface="+mn-ea"/>
              </a:rPr>
              <a:t> 输出方程 </a:t>
            </a:r>
            <a:endParaRPr kumimoji="0" lang="zh-CN" altLang="en-US" sz="2800">
              <a:latin typeface="+mn-ea"/>
              <a:ea typeface="+mn-ea"/>
            </a:endParaRP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624296" y="4991933"/>
            <a:ext cx="762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800" dirty="0">
                <a:solidFill>
                  <a:schemeClr val="tx1"/>
                </a:solidFill>
                <a:latin typeface="+mn-ea"/>
                <a:ea typeface="+mn-ea"/>
              </a:rPr>
              <a:t>②作状态转移表或状态转移图或波形图 </a:t>
            </a:r>
            <a:endParaRPr kumimoji="0" lang="zh-CN" altLang="en-US" sz="28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624296" y="5563433"/>
            <a:ext cx="466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800">
                <a:solidFill>
                  <a:schemeClr val="tx1"/>
                </a:solidFill>
                <a:latin typeface="+mn-ea"/>
                <a:ea typeface="+mn-ea"/>
              </a:rPr>
              <a:t>③电路的逻辑功能描述 </a:t>
            </a:r>
            <a:endParaRPr kumimoji="0" lang="zh-CN" altLang="en-US" sz="28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73"/>
          <a:stretch>
            <a:fillRect/>
          </a:stretch>
        </p:blipFill>
        <p:spPr bwMode="auto">
          <a:xfrm>
            <a:off x="1742440" y="1209675"/>
            <a:ext cx="78105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6505452" y="949422"/>
            <a:ext cx="2762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解：激励方程：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6505452" y="1625522"/>
            <a:ext cx="185499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；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105456" y="1580219"/>
            <a:ext cx="35131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endParaRPr kumimoji="1" lang="en-US" altLang="zh-CN" sz="2800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6505452" y="2276162"/>
            <a:ext cx="31454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J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1" baseline="30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505452" y="3020696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状态方程：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505452" y="3718692"/>
            <a:ext cx="29274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 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6505452" y="4416688"/>
            <a:ext cx="53992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endParaRPr kumimoji="1" lang="en-US" altLang="zh-CN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6505452" y="5112631"/>
            <a:ext cx="530946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+1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=[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+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kumimoji="1"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3</a:t>
            </a:r>
            <a:r>
              <a:rPr kumimoji="1" lang="en-US" altLang="zh-CN" sz="2800" i="1" baseline="300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]·</a:t>
            </a:r>
            <a:r>
              <a:rPr kumimoji="1"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CP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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" name="Group 76"/>
          <p:cNvGrpSpPr/>
          <p:nvPr/>
        </p:nvGrpSpPr>
        <p:grpSpPr bwMode="auto">
          <a:xfrm>
            <a:off x="519613" y="3379526"/>
            <a:ext cx="3709987" cy="2104994"/>
            <a:chOff x="3718" y="1656"/>
            <a:chExt cx="1416" cy="725"/>
          </a:xfrm>
        </p:grpSpPr>
        <p:sp>
          <p:nvSpPr>
            <p:cNvPr id="16" name="Oval 11"/>
            <p:cNvSpPr>
              <a:spLocks noChangeArrowheads="1"/>
            </p:cNvSpPr>
            <p:nvPr/>
          </p:nvSpPr>
          <p:spPr bwMode="auto">
            <a:xfrm>
              <a:off x="3718" y="1918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" name="Oval 12"/>
            <p:cNvSpPr>
              <a:spLocks noChangeArrowheads="1"/>
            </p:cNvSpPr>
            <p:nvPr/>
          </p:nvSpPr>
          <p:spPr bwMode="auto">
            <a:xfrm>
              <a:off x="4222" y="1894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001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" name="Oval 13"/>
            <p:cNvSpPr>
              <a:spLocks noChangeArrowheads="1"/>
            </p:cNvSpPr>
            <p:nvPr/>
          </p:nvSpPr>
          <p:spPr bwMode="auto">
            <a:xfrm>
              <a:off x="4726" y="1894"/>
              <a:ext cx="384" cy="19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3742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Oval 7"/>
            <p:cNvSpPr>
              <a:spLocks noChangeArrowheads="1"/>
            </p:cNvSpPr>
            <p:nvPr/>
          </p:nvSpPr>
          <p:spPr bwMode="auto">
            <a:xfrm>
              <a:off x="4246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100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4750" y="2193"/>
              <a:ext cx="384" cy="1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011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Oval 21"/>
            <p:cNvSpPr>
              <a:spLocks noChangeArrowheads="1"/>
            </p:cNvSpPr>
            <p:nvPr/>
          </p:nvSpPr>
          <p:spPr bwMode="auto">
            <a:xfrm>
              <a:off x="3853" y="1656"/>
              <a:ext cx="384" cy="1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111</a:t>
              </a:r>
              <a:endPara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" name="Oval 18"/>
            <p:cNvSpPr>
              <a:spLocks noChangeArrowheads="1"/>
            </p:cNvSpPr>
            <p:nvPr/>
          </p:nvSpPr>
          <p:spPr bwMode="auto">
            <a:xfrm>
              <a:off x="4447" y="1656"/>
              <a:ext cx="384" cy="17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lIns="0" rIns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 dirty="0">
                  <a:solidFill>
                    <a:srgbClr val="00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110</a:t>
              </a:r>
              <a:endPara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4102" y="2014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4606" y="2014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16"/>
            <p:cNvSpPr>
              <a:spLocks noChangeShapeType="1"/>
            </p:cNvSpPr>
            <p:nvPr/>
          </p:nvSpPr>
          <p:spPr bwMode="auto">
            <a:xfrm>
              <a:off x="4918" y="2089"/>
              <a:ext cx="0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5"/>
            <p:cNvSpPr>
              <a:spLocks noChangeShapeType="1"/>
            </p:cNvSpPr>
            <p:nvPr/>
          </p:nvSpPr>
          <p:spPr bwMode="auto">
            <a:xfrm flipH="1">
              <a:off x="4630" y="2291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 flipH="1">
              <a:off x="4126" y="2301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 flipV="1">
              <a:off x="3909" y="2113"/>
              <a:ext cx="0" cy="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20"/>
            <p:cNvSpPr>
              <a:spLocks noChangeShapeType="1"/>
            </p:cNvSpPr>
            <p:nvPr/>
          </p:nvSpPr>
          <p:spPr bwMode="auto">
            <a:xfrm flipH="1">
              <a:off x="4246" y="1751"/>
              <a:ext cx="1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Line 19"/>
            <p:cNvSpPr>
              <a:spLocks noChangeShapeType="1"/>
            </p:cNvSpPr>
            <p:nvPr/>
          </p:nvSpPr>
          <p:spPr bwMode="auto">
            <a:xfrm flipH="1">
              <a:off x="3919" y="1834"/>
              <a:ext cx="75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8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2" name="Rectangle 77"/>
          <p:cNvSpPr>
            <a:spLocks noChangeArrowheads="1"/>
          </p:cNvSpPr>
          <p:nvPr/>
        </p:nvSpPr>
        <p:spPr bwMode="auto">
          <a:xfrm>
            <a:off x="323557" y="2718382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状态转移图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" name="Oval 18"/>
          <p:cNvSpPr>
            <a:spLocks noChangeArrowheads="1"/>
          </p:cNvSpPr>
          <p:nvPr/>
        </p:nvSpPr>
        <p:spPr bwMode="auto">
          <a:xfrm>
            <a:off x="2593827" y="2689605"/>
            <a:ext cx="1434011" cy="590647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</a:ln>
        </p:spPr>
        <p:txBody>
          <a:bodyPr lIns="0" rIns="0"/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kumimoji="1" lang="en-US" altLang="zh-CN" sz="24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kumimoji="1"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kumimoji="1" lang="en-US" altLang="zh-CN" sz="2400" baseline="-250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Rectangle 78"/>
          <p:cNvSpPr>
            <a:spLocks noChangeArrowheads="1"/>
          </p:cNvSpPr>
          <p:nvPr/>
        </p:nvSpPr>
        <p:spPr bwMode="auto">
          <a:xfrm>
            <a:off x="588738" y="5738961"/>
            <a:ext cx="3740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该电路具有自启动性。</a:t>
            </a:r>
            <a:endParaRPr kumimoji="1" lang="zh-CN" altLang="en-US" sz="2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5" name="图片 34"/>
          <p:cNvPicPr/>
          <p:nvPr/>
        </p:nvPicPr>
        <p:blipFill>
          <a:blip r:embed="rId1"/>
          <a:stretch>
            <a:fillRect/>
          </a:stretch>
        </p:blipFill>
        <p:spPr>
          <a:xfrm>
            <a:off x="323557" y="647561"/>
            <a:ext cx="5133346" cy="202752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32" grpId="0" bldLvl="0" animBg="1"/>
      <p:bldP spid="33" grpId="0" bldLvl="0" animBg="1"/>
      <p:bldP spid="3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39445" y="598805"/>
            <a:ext cx="77635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+mn-cs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</a:rPr>
              <a:t>9.</a:t>
            </a:r>
            <a:r>
              <a:rPr kumimoji="1" lang="zh-CN" altLang="en-US" b="0" dirty="0">
                <a:solidFill>
                  <a:schemeClr val="tx1"/>
                </a:solidFill>
                <a:ea typeface="+mn-ea"/>
                <a:cs typeface="Times New Roman" panose="02020603050405020304" pitchFamily="18" charset="0"/>
                <a:sym typeface="+mn-ea"/>
              </a:rPr>
              <a:t>试写出下图各电路的状态转移表。</a:t>
            </a:r>
            <a:endParaRPr kumimoji="1" lang="zh-CN" altLang="en-US" sz="2800" b="0" dirty="0">
              <a:solidFill>
                <a:schemeClr val="tx1"/>
              </a:solidFill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1252075" y="1850889"/>
            <a:ext cx="4131713" cy="2224088"/>
            <a:chOff x="454576" y="1628776"/>
            <a:chExt cx="4131713" cy="2224088"/>
          </a:xfrm>
        </p:grpSpPr>
        <p:sp>
          <p:nvSpPr>
            <p:cNvPr id="5" name="Rectangle 170"/>
            <p:cNvSpPr>
              <a:spLocks noChangeArrowheads="1"/>
            </p:cNvSpPr>
            <p:nvPr/>
          </p:nvSpPr>
          <p:spPr bwMode="auto">
            <a:xfrm>
              <a:off x="1331912" y="2349501"/>
              <a:ext cx="2328863" cy="110060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171"/>
            <p:cNvSpPr>
              <a:spLocks noChangeShapeType="1"/>
            </p:cNvSpPr>
            <p:nvPr/>
          </p:nvSpPr>
          <p:spPr bwMode="auto">
            <a:xfrm>
              <a:off x="3660775" y="286385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72"/>
            <p:cNvSpPr>
              <a:spLocks noChangeArrowheads="1"/>
            </p:cNvSpPr>
            <p:nvPr/>
          </p:nvSpPr>
          <p:spPr bwMode="auto">
            <a:xfrm>
              <a:off x="3389312" y="276066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Line 173"/>
            <p:cNvSpPr>
              <a:spLocks noChangeShapeType="1"/>
            </p:cNvSpPr>
            <p:nvPr/>
          </p:nvSpPr>
          <p:spPr bwMode="auto">
            <a:xfrm>
              <a:off x="3660775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174"/>
            <p:cNvSpPr>
              <a:spLocks noChangeArrowheads="1"/>
            </p:cNvSpPr>
            <p:nvPr/>
          </p:nvSpPr>
          <p:spPr bwMode="auto">
            <a:xfrm>
              <a:off x="3389312" y="245110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Oval 175"/>
            <p:cNvSpPr>
              <a:spLocks noChangeArrowheads="1"/>
            </p:cNvSpPr>
            <p:nvPr/>
          </p:nvSpPr>
          <p:spPr bwMode="auto">
            <a:xfrm>
              <a:off x="1216025" y="310991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76"/>
            <p:cNvSpPr>
              <a:spLocks noChangeShapeType="1"/>
            </p:cNvSpPr>
            <p:nvPr/>
          </p:nvSpPr>
          <p:spPr bwMode="auto">
            <a:xfrm flipH="1">
              <a:off x="944562" y="317182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Rectangle 177"/>
            <p:cNvSpPr>
              <a:spLocks noChangeArrowheads="1"/>
            </p:cNvSpPr>
            <p:nvPr/>
          </p:nvSpPr>
          <p:spPr bwMode="auto">
            <a:xfrm>
              <a:off x="1449387" y="3068638"/>
              <a:ext cx="3238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178"/>
            <p:cNvSpPr>
              <a:spLocks noChangeShapeType="1"/>
            </p:cNvSpPr>
            <p:nvPr/>
          </p:nvSpPr>
          <p:spPr bwMode="auto">
            <a:xfrm>
              <a:off x="3660775" y="317182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79"/>
            <p:cNvSpPr>
              <a:spLocks noChangeShapeType="1"/>
            </p:cNvSpPr>
            <p:nvPr/>
          </p:nvSpPr>
          <p:spPr bwMode="auto">
            <a:xfrm flipV="1">
              <a:off x="1905000" y="1927226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80"/>
            <p:cNvSpPr>
              <a:spLocks noChangeShapeType="1"/>
            </p:cNvSpPr>
            <p:nvPr/>
          </p:nvSpPr>
          <p:spPr bwMode="auto">
            <a:xfrm flipH="1">
              <a:off x="944562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181"/>
            <p:cNvSpPr>
              <a:spLocks noChangeArrowheads="1"/>
            </p:cNvSpPr>
            <p:nvPr/>
          </p:nvSpPr>
          <p:spPr bwMode="auto">
            <a:xfrm>
              <a:off x="1449387" y="245110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182"/>
            <p:cNvSpPr>
              <a:spLocks noChangeShapeType="1"/>
            </p:cNvSpPr>
            <p:nvPr/>
          </p:nvSpPr>
          <p:spPr bwMode="auto">
            <a:xfrm flipV="1">
              <a:off x="2301875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183"/>
            <p:cNvSpPr>
              <a:spLocks noChangeShapeType="1"/>
            </p:cNvSpPr>
            <p:nvPr/>
          </p:nvSpPr>
          <p:spPr bwMode="auto">
            <a:xfrm flipV="1">
              <a:off x="2660611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184"/>
            <p:cNvSpPr>
              <a:spLocks noChangeShapeType="1"/>
            </p:cNvSpPr>
            <p:nvPr/>
          </p:nvSpPr>
          <p:spPr bwMode="auto">
            <a:xfrm flipV="1">
              <a:off x="3078162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Line 185"/>
            <p:cNvSpPr>
              <a:spLocks noChangeShapeType="1"/>
            </p:cNvSpPr>
            <p:nvPr/>
          </p:nvSpPr>
          <p:spPr bwMode="auto">
            <a:xfrm>
              <a:off x="191452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Line 186"/>
            <p:cNvSpPr>
              <a:spLocks noChangeShapeType="1"/>
            </p:cNvSpPr>
            <p:nvPr/>
          </p:nvSpPr>
          <p:spPr bwMode="auto">
            <a:xfrm>
              <a:off x="230187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Line 187"/>
            <p:cNvSpPr>
              <a:spLocks noChangeShapeType="1"/>
            </p:cNvSpPr>
            <p:nvPr/>
          </p:nvSpPr>
          <p:spPr bwMode="auto">
            <a:xfrm>
              <a:off x="269081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188"/>
            <p:cNvSpPr>
              <a:spLocks noChangeShapeType="1"/>
            </p:cNvSpPr>
            <p:nvPr/>
          </p:nvSpPr>
          <p:spPr bwMode="auto">
            <a:xfrm>
              <a:off x="307816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189"/>
            <p:cNvSpPr>
              <a:spLocks noChangeArrowheads="1"/>
            </p:cNvSpPr>
            <p:nvPr/>
          </p:nvSpPr>
          <p:spPr bwMode="auto">
            <a:xfrm>
              <a:off x="2244725" y="274002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190"/>
            <p:cNvSpPr>
              <a:spLocks noChangeArrowheads="1"/>
            </p:cNvSpPr>
            <p:nvPr/>
          </p:nvSpPr>
          <p:spPr bwMode="auto">
            <a:xfrm>
              <a:off x="183673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193"/>
            <p:cNvSpPr>
              <a:spLocks noChangeArrowheads="1"/>
            </p:cNvSpPr>
            <p:nvPr/>
          </p:nvSpPr>
          <p:spPr bwMode="auto">
            <a:xfrm>
              <a:off x="199231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194"/>
            <p:cNvSpPr>
              <a:spLocks noChangeArrowheads="1"/>
            </p:cNvSpPr>
            <p:nvPr/>
          </p:nvSpPr>
          <p:spPr bwMode="auto">
            <a:xfrm>
              <a:off x="237966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195"/>
            <p:cNvSpPr>
              <a:spLocks noChangeArrowheads="1"/>
            </p:cNvSpPr>
            <p:nvPr/>
          </p:nvSpPr>
          <p:spPr bwMode="auto">
            <a:xfrm>
              <a:off x="276860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196"/>
            <p:cNvSpPr>
              <a:spLocks noChangeArrowheads="1"/>
            </p:cNvSpPr>
            <p:nvPr/>
          </p:nvSpPr>
          <p:spPr bwMode="auto">
            <a:xfrm>
              <a:off x="315595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97"/>
            <p:cNvSpPr>
              <a:spLocks noChangeArrowheads="1"/>
            </p:cNvSpPr>
            <p:nvPr/>
          </p:nvSpPr>
          <p:spPr bwMode="auto">
            <a:xfrm>
              <a:off x="222408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198"/>
            <p:cNvSpPr>
              <a:spLocks noChangeArrowheads="1"/>
            </p:cNvSpPr>
            <p:nvPr/>
          </p:nvSpPr>
          <p:spPr bwMode="auto">
            <a:xfrm>
              <a:off x="261302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199"/>
            <p:cNvSpPr>
              <a:spLocks noChangeArrowheads="1"/>
            </p:cNvSpPr>
            <p:nvPr/>
          </p:nvSpPr>
          <p:spPr bwMode="auto">
            <a:xfrm>
              <a:off x="300037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00"/>
            <p:cNvSpPr>
              <a:spLocks noChangeArrowheads="1"/>
            </p:cNvSpPr>
            <p:nvPr/>
          </p:nvSpPr>
          <p:spPr bwMode="auto">
            <a:xfrm>
              <a:off x="1836737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01"/>
            <p:cNvSpPr>
              <a:spLocks noChangeArrowheads="1"/>
            </p:cNvSpPr>
            <p:nvPr/>
          </p:nvSpPr>
          <p:spPr bwMode="auto">
            <a:xfrm>
              <a:off x="199231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02"/>
            <p:cNvSpPr>
              <a:spLocks noChangeArrowheads="1"/>
            </p:cNvSpPr>
            <p:nvPr/>
          </p:nvSpPr>
          <p:spPr bwMode="auto">
            <a:xfrm>
              <a:off x="237966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03"/>
            <p:cNvSpPr>
              <a:spLocks noChangeArrowheads="1"/>
            </p:cNvSpPr>
            <p:nvPr/>
          </p:nvSpPr>
          <p:spPr bwMode="auto">
            <a:xfrm>
              <a:off x="276860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04"/>
            <p:cNvSpPr>
              <a:spLocks noChangeArrowheads="1"/>
            </p:cNvSpPr>
            <p:nvPr/>
          </p:nvSpPr>
          <p:spPr bwMode="auto">
            <a:xfrm>
              <a:off x="315595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206"/>
            <p:cNvSpPr>
              <a:spLocks noChangeArrowheads="1"/>
            </p:cNvSpPr>
            <p:nvPr/>
          </p:nvSpPr>
          <p:spPr bwMode="auto">
            <a:xfrm>
              <a:off x="2224088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207"/>
            <p:cNvSpPr>
              <a:spLocks noChangeArrowheads="1"/>
            </p:cNvSpPr>
            <p:nvPr/>
          </p:nvSpPr>
          <p:spPr bwMode="auto">
            <a:xfrm>
              <a:off x="261302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208"/>
            <p:cNvSpPr>
              <a:spLocks noChangeArrowheads="1"/>
            </p:cNvSpPr>
            <p:nvPr/>
          </p:nvSpPr>
          <p:spPr bwMode="auto">
            <a:xfrm>
              <a:off x="300037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Oval 209"/>
            <p:cNvSpPr>
              <a:spLocks noChangeArrowheads="1"/>
            </p:cNvSpPr>
            <p:nvPr/>
          </p:nvSpPr>
          <p:spPr bwMode="auto">
            <a:xfrm>
              <a:off x="1216025" y="280193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210"/>
            <p:cNvSpPr>
              <a:spLocks noChangeShapeType="1"/>
            </p:cNvSpPr>
            <p:nvPr/>
          </p:nvSpPr>
          <p:spPr bwMode="auto">
            <a:xfrm flipH="1">
              <a:off x="944563" y="286385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ctangle 211"/>
            <p:cNvSpPr>
              <a:spLocks noChangeArrowheads="1"/>
            </p:cNvSpPr>
            <p:nvPr/>
          </p:nvSpPr>
          <p:spPr bwMode="auto">
            <a:xfrm>
              <a:off x="1449388" y="276066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3573463" y="306863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Line 213"/>
            <p:cNvSpPr>
              <a:spLocks noChangeShapeType="1"/>
            </p:cNvSpPr>
            <p:nvPr/>
          </p:nvSpPr>
          <p:spPr bwMode="auto">
            <a:xfrm>
              <a:off x="1477963" y="277812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214"/>
            <p:cNvSpPr>
              <a:spLocks noChangeShapeType="1"/>
            </p:cNvSpPr>
            <p:nvPr/>
          </p:nvSpPr>
          <p:spPr bwMode="auto">
            <a:xfrm>
              <a:off x="1449387" y="308610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Rectangle 215"/>
            <p:cNvSpPr>
              <a:spLocks noChangeArrowheads="1"/>
            </p:cNvSpPr>
            <p:nvPr/>
          </p:nvSpPr>
          <p:spPr bwMode="auto">
            <a:xfrm>
              <a:off x="3271838" y="306863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61"/>
            <p:cNvSpPr>
              <a:spLocks noChangeArrowheads="1"/>
            </p:cNvSpPr>
            <p:nvPr/>
          </p:nvSpPr>
          <p:spPr bwMode="auto">
            <a:xfrm>
              <a:off x="1022350" y="1628776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262"/>
            <p:cNvSpPr>
              <a:spLocks noChangeShapeType="1"/>
            </p:cNvSpPr>
            <p:nvPr/>
          </p:nvSpPr>
          <p:spPr bwMode="auto">
            <a:xfrm>
              <a:off x="1409700" y="1936751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263"/>
            <p:cNvSpPr>
              <a:spLocks noChangeShapeType="1"/>
            </p:cNvSpPr>
            <p:nvPr/>
          </p:nvSpPr>
          <p:spPr bwMode="auto">
            <a:xfrm>
              <a:off x="1409700" y="1730376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Oval 264"/>
            <p:cNvSpPr>
              <a:spLocks noChangeArrowheads="1"/>
            </p:cNvSpPr>
            <p:nvPr/>
          </p:nvSpPr>
          <p:spPr bwMode="auto">
            <a:xfrm>
              <a:off x="904875" y="1771651"/>
              <a:ext cx="117475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265"/>
            <p:cNvSpPr>
              <a:spLocks noChangeShapeType="1"/>
            </p:cNvSpPr>
            <p:nvPr/>
          </p:nvSpPr>
          <p:spPr bwMode="auto">
            <a:xfrm flipH="1">
              <a:off x="614362" y="1833563"/>
              <a:ext cx="2905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266"/>
            <p:cNvSpPr>
              <a:spLocks noChangeArrowheads="1"/>
            </p:cNvSpPr>
            <p:nvPr/>
          </p:nvSpPr>
          <p:spPr bwMode="auto">
            <a:xfrm>
              <a:off x="1100138" y="1647826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Line 267"/>
            <p:cNvSpPr>
              <a:spLocks noChangeShapeType="1"/>
            </p:cNvSpPr>
            <p:nvPr/>
          </p:nvSpPr>
          <p:spPr bwMode="auto">
            <a:xfrm>
              <a:off x="1758950" y="1936751"/>
              <a:ext cx="13652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68"/>
            <p:cNvSpPr/>
            <p:nvPr/>
          </p:nvSpPr>
          <p:spPr bwMode="auto">
            <a:xfrm>
              <a:off x="1749425" y="1730376"/>
              <a:ext cx="912813" cy="268288"/>
            </a:xfrm>
            <a:custGeom>
              <a:avLst/>
              <a:gdLst>
                <a:gd name="T0" fmla="*/ 0 w 575"/>
                <a:gd name="T1" fmla="*/ 0 h 169"/>
                <a:gd name="T2" fmla="*/ 575 w 575"/>
                <a:gd name="T3" fmla="*/ 0 h 169"/>
                <a:gd name="T4" fmla="*/ 575 w 575"/>
                <a:gd name="T5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169">
                  <a:moveTo>
                    <a:pt x="0" y="0"/>
                  </a:moveTo>
                  <a:lnTo>
                    <a:pt x="575" y="0"/>
                  </a:lnTo>
                  <a:lnTo>
                    <a:pt x="575" y="1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69"/>
            <p:cNvSpPr/>
            <p:nvPr/>
          </p:nvSpPr>
          <p:spPr bwMode="auto">
            <a:xfrm>
              <a:off x="614363" y="1833563"/>
              <a:ext cx="387350" cy="1030288"/>
            </a:xfrm>
            <a:custGeom>
              <a:avLst/>
              <a:gdLst>
                <a:gd name="T0" fmla="*/ 0 w 244"/>
                <a:gd name="T1" fmla="*/ 0 h 649"/>
                <a:gd name="T2" fmla="*/ 0 w 244"/>
                <a:gd name="T3" fmla="*/ 649 h 649"/>
                <a:gd name="T4" fmla="*/ 244 w 244"/>
                <a:gd name="T5" fmla="*/ 649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649">
                  <a:moveTo>
                    <a:pt x="0" y="0"/>
                  </a:moveTo>
                  <a:lnTo>
                    <a:pt x="0" y="649"/>
                  </a:lnTo>
                  <a:lnTo>
                    <a:pt x="244" y="6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Rectangle 270"/>
            <p:cNvSpPr>
              <a:spLocks noChangeArrowheads="1"/>
            </p:cNvSpPr>
            <p:nvPr/>
          </p:nvSpPr>
          <p:spPr bwMode="auto">
            <a:xfrm>
              <a:off x="4227674" y="3028951"/>
              <a:ext cx="294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3" name="Rectangle 8"/>
            <p:cNvSpPr>
              <a:spLocks noChangeArrowheads="1"/>
            </p:cNvSpPr>
            <p:nvPr/>
          </p:nvSpPr>
          <p:spPr bwMode="auto">
            <a:xfrm>
              <a:off x="4164013" y="2339103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8"/>
            <p:cNvSpPr>
              <a:spLocks noChangeArrowheads="1"/>
            </p:cNvSpPr>
            <p:nvPr/>
          </p:nvSpPr>
          <p:spPr bwMode="auto">
            <a:xfrm>
              <a:off x="4164013" y="2679184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8"/>
            <p:cNvSpPr>
              <a:spLocks noChangeArrowheads="1"/>
            </p:cNvSpPr>
            <p:nvPr/>
          </p:nvSpPr>
          <p:spPr bwMode="auto">
            <a:xfrm>
              <a:off x="454576" y="2973230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249176" y="1697528"/>
            <a:ext cx="3810624" cy="2655932"/>
            <a:chOff x="999631" y="1678478"/>
            <a:chExt cx="3810624" cy="2655932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171205" y="3995856"/>
              <a:ext cx="168116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0      0     1      1</a:t>
              </a:r>
              <a:endPara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6" name="Rectangle 216"/>
            <p:cNvSpPr>
              <a:spLocks noChangeArrowheads="1"/>
            </p:cNvSpPr>
            <p:nvPr/>
          </p:nvSpPr>
          <p:spPr bwMode="auto">
            <a:xfrm>
              <a:off x="1717181" y="2419841"/>
              <a:ext cx="2328863" cy="11055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Line 217"/>
            <p:cNvSpPr>
              <a:spLocks noChangeShapeType="1"/>
            </p:cNvSpPr>
            <p:nvPr/>
          </p:nvSpPr>
          <p:spPr bwMode="auto">
            <a:xfrm>
              <a:off x="4046044" y="293419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Rectangle 218"/>
            <p:cNvSpPr>
              <a:spLocks noChangeArrowheads="1"/>
            </p:cNvSpPr>
            <p:nvPr/>
          </p:nvSpPr>
          <p:spPr bwMode="auto">
            <a:xfrm>
              <a:off x="3774581" y="283100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Line 219"/>
            <p:cNvSpPr>
              <a:spLocks noChangeShapeType="1"/>
            </p:cNvSpPr>
            <p:nvPr/>
          </p:nvSpPr>
          <p:spPr bwMode="auto">
            <a:xfrm>
              <a:off x="4046044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Rectangle 220"/>
            <p:cNvSpPr>
              <a:spLocks noChangeArrowheads="1"/>
            </p:cNvSpPr>
            <p:nvPr/>
          </p:nvSpPr>
          <p:spPr bwMode="auto">
            <a:xfrm>
              <a:off x="3774581" y="252144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Oval 221"/>
            <p:cNvSpPr>
              <a:spLocks noChangeArrowheads="1"/>
            </p:cNvSpPr>
            <p:nvPr/>
          </p:nvSpPr>
          <p:spPr bwMode="auto">
            <a:xfrm>
              <a:off x="1601294" y="31802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Line 222"/>
            <p:cNvSpPr>
              <a:spLocks noChangeShapeType="1"/>
            </p:cNvSpPr>
            <p:nvPr/>
          </p:nvSpPr>
          <p:spPr bwMode="auto">
            <a:xfrm flipH="1">
              <a:off x="1329831" y="324216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Rectangle 223"/>
            <p:cNvSpPr>
              <a:spLocks noChangeArrowheads="1"/>
            </p:cNvSpPr>
            <p:nvPr/>
          </p:nvSpPr>
          <p:spPr bwMode="auto">
            <a:xfrm>
              <a:off x="1821956" y="3138978"/>
              <a:ext cx="2725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Line 224"/>
            <p:cNvSpPr>
              <a:spLocks noChangeShapeType="1"/>
            </p:cNvSpPr>
            <p:nvPr/>
          </p:nvSpPr>
          <p:spPr bwMode="auto">
            <a:xfrm>
              <a:off x="4046044" y="324216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Line 225"/>
            <p:cNvSpPr>
              <a:spLocks noChangeShapeType="1"/>
            </p:cNvSpPr>
            <p:nvPr/>
          </p:nvSpPr>
          <p:spPr bwMode="auto">
            <a:xfrm flipV="1">
              <a:off x="2299794" y="1983347"/>
              <a:ext cx="0" cy="436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Line 226"/>
            <p:cNvSpPr>
              <a:spLocks noChangeShapeType="1"/>
            </p:cNvSpPr>
            <p:nvPr/>
          </p:nvSpPr>
          <p:spPr bwMode="auto">
            <a:xfrm flipH="1">
              <a:off x="1329831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Rectangle 227"/>
            <p:cNvSpPr>
              <a:spLocks noChangeArrowheads="1"/>
            </p:cNvSpPr>
            <p:nvPr/>
          </p:nvSpPr>
          <p:spPr bwMode="auto">
            <a:xfrm>
              <a:off x="1834656" y="252144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Line 228"/>
            <p:cNvSpPr>
              <a:spLocks noChangeShapeType="1"/>
            </p:cNvSpPr>
            <p:nvPr/>
          </p:nvSpPr>
          <p:spPr bwMode="auto">
            <a:xfrm flipV="1">
              <a:off x="2687144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Line 229"/>
            <p:cNvSpPr>
              <a:spLocks noChangeShapeType="1"/>
            </p:cNvSpPr>
            <p:nvPr/>
          </p:nvSpPr>
          <p:spPr bwMode="auto">
            <a:xfrm flipV="1">
              <a:off x="307608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Line 230"/>
            <p:cNvSpPr>
              <a:spLocks noChangeShapeType="1"/>
            </p:cNvSpPr>
            <p:nvPr/>
          </p:nvSpPr>
          <p:spPr bwMode="auto">
            <a:xfrm flipV="1">
              <a:off x="346343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Line 231"/>
            <p:cNvSpPr>
              <a:spLocks noChangeShapeType="1"/>
            </p:cNvSpPr>
            <p:nvPr/>
          </p:nvSpPr>
          <p:spPr bwMode="auto">
            <a:xfrm>
              <a:off x="229979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Line 232"/>
            <p:cNvSpPr>
              <a:spLocks noChangeShapeType="1"/>
            </p:cNvSpPr>
            <p:nvPr/>
          </p:nvSpPr>
          <p:spPr bwMode="auto">
            <a:xfrm>
              <a:off x="268714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Line 233"/>
            <p:cNvSpPr>
              <a:spLocks noChangeShapeType="1"/>
            </p:cNvSpPr>
            <p:nvPr/>
          </p:nvSpPr>
          <p:spPr bwMode="auto">
            <a:xfrm>
              <a:off x="307608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Line 234"/>
            <p:cNvSpPr>
              <a:spLocks noChangeShapeType="1"/>
            </p:cNvSpPr>
            <p:nvPr/>
          </p:nvSpPr>
          <p:spPr bwMode="auto">
            <a:xfrm>
              <a:off x="346343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Rectangle 235"/>
            <p:cNvSpPr>
              <a:spLocks noChangeArrowheads="1"/>
            </p:cNvSpPr>
            <p:nvPr/>
          </p:nvSpPr>
          <p:spPr bwMode="auto">
            <a:xfrm>
              <a:off x="2629994" y="281036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236"/>
            <p:cNvSpPr>
              <a:spLocks noChangeArrowheads="1"/>
            </p:cNvSpPr>
            <p:nvPr/>
          </p:nvSpPr>
          <p:spPr bwMode="auto">
            <a:xfrm>
              <a:off x="222200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Rectangle 239"/>
            <p:cNvSpPr>
              <a:spLocks noChangeArrowheads="1"/>
            </p:cNvSpPr>
            <p:nvPr/>
          </p:nvSpPr>
          <p:spPr bwMode="auto">
            <a:xfrm>
              <a:off x="237758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" name="Rectangle 240"/>
            <p:cNvSpPr>
              <a:spLocks noChangeArrowheads="1"/>
            </p:cNvSpPr>
            <p:nvPr/>
          </p:nvSpPr>
          <p:spPr bwMode="auto">
            <a:xfrm>
              <a:off x="276493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" name="Rectangle 241"/>
            <p:cNvSpPr>
              <a:spLocks noChangeArrowheads="1"/>
            </p:cNvSpPr>
            <p:nvPr/>
          </p:nvSpPr>
          <p:spPr bwMode="auto">
            <a:xfrm>
              <a:off x="315386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0" name="Rectangle 242"/>
            <p:cNvSpPr>
              <a:spLocks noChangeArrowheads="1"/>
            </p:cNvSpPr>
            <p:nvPr/>
          </p:nvSpPr>
          <p:spPr bwMode="auto">
            <a:xfrm>
              <a:off x="354121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1" name="Rectangle 243"/>
            <p:cNvSpPr>
              <a:spLocks noChangeArrowheads="1"/>
            </p:cNvSpPr>
            <p:nvPr/>
          </p:nvSpPr>
          <p:spPr bwMode="auto">
            <a:xfrm>
              <a:off x="260935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" name="Rectangle 244"/>
            <p:cNvSpPr>
              <a:spLocks noChangeArrowheads="1"/>
            </p:cNvSpPr>
            <p:nvPr/>
          </p:nvSpPr>
          <p:spPr bwMode="auto">
            <a:xfrm>
              <a:off x="299829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3" name="Rectangle 245"/>
            <p:cNvSpPr>
              <a:spLocks noChangeArrowheads="1"/>
            </p:cNvSpPr>
            <p:nvPr/>
          </p:nvSpPr>
          <p:spPr bwMode="auto">
            <a:xfrm>
              <a:off x="338564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4" name="Rectangle 246"/>
            <p:cNvSpPr>
              <a:spLocks noChangeArrowheads="1"/>
            </p:cNvSpPr>
            <p:nvPr/>
          </p:nvSpPr>
          <p:spPr bwMode="auto">
            <a:xfrm>
              <a:off x="222200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5" name="Rectangle 247"/>
            <p:cNvSpPr>
              <a:spLocks noChangeArrowheads="1"/>
            </p:cNvSpPr>
            <p:nvPr/>
          </p:nvSpPr>
          <p:spPr bwMode="auto">
            <a:xfrm>
              <a:off x="237758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Rectangle 248"/>
            <p:cNvSpPr>
              <a:spLocks noChangeArrowheads="1"/>
            </p:cNvSpPr>
            <p:nvPr/>
          </p:nvSpPr>
          <p:spPr bwMode="auto">
            <a:xfrm>
              <a:off x="276493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249"/>
            <p:cNvSpPr>
              <a:spLocks noChangeArrowheads="1"/>
            </p:cNvSpPr>
            <p:nvPr/>
          </p:nvSpPr>
          <p:spPr bwMode="auto">
            <a:xfrm>
              <a:off x="315386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250"/>
            <p:cNvSpPr>
              <a:spLocks noChangeArrowheads="1"/>
            </p:cNvSpPr>
            <p:nvPr/>
          </p:nvSpPr>
          <p:spPr bwMode="auto">
            <a:xfrm>
              <a:off x="354121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251"/>
            <p:cNvSpPr>
              <a:spLocks noChangeArrowheads="1"/>
            </p:cNvSpPr>
            <p:nvPr/>
          </p:nvSpPr>
          <p:spPr bwMode="auto">
            <a:xfrm>
              <a:off x="260935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252"/>
            <p:cNvSpPr>
              <a:spLocks noChangeArrowheads="1"/>
            </p:cNvSpPr>
            <p:nvPr/>
          </p:nvSpPr>
          <p:spPr bwMode="auto">
            <a:xfrm>
              <a:off x="299829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253"/>
            <p:cNvSpPr>
              <a:spLocks noChangeArrowheads="1"/>
            </p:cNvSpPr>
            <p:nvPr/>
          </p:nvSpPr>
          <p:spPr bwMode="auto">
            <a:xfrm>
              <a:off x="338564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Oval 254"/>
            <p:cNvSpPr>
              <a:spLocks noChangeArrowheads="1"/>
            </p:cNvSpPr>
            <p:nvPr/>
          </p:nvSpPr>
          <p:spPr bwMode="auto">
            <a:xfrm>
              <a:off x="1601294" y="287227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Line 255"/>
            <p:cNvSpPr>
              <a:spLocks noChangeShapeType="1"/>
            </p:cNvSpPr>
            <p:nvPr/>
          </p:nvSpPr>
          <p:spPr bwMode="auto">
            <a:xfrm flipH="1">
              <a:off x="1329831" y="293419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Rectangle 256"/>
            <p:cNvSpPr>
              <a:spLocks noChangeArrowheads="1"/>
            </p:cNvSpPr>
            <p:nvPr/>
          </p:nvSpPr>
          <p:spPr bwMode="auto">
            <a:xfrm>
              <a:off x="1834656" y="283100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Freeform 257"/>
            <p:cNvSpPr/>
            <p:nvPr/>
          </p:nvSpPr>
          <p:spPr bwMode="auto">
            <a:xfrm>
              <a:off x="3961906" y="313897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Line 258"/>
            <p:cNvSpPr>
              <a:spLocks noChangeShapeType="1"/>
            </p:cNvSpPr>
            <p:nvPr/>
          </p:nvSpPr>
          <p:spPr bwMode="auto">
            <a:xfrm>
              <a:off x="1853706" y="284211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Line 259"/>
            <p:cNvSpPr>
              <a:spLocks noChangeShapeType="1"/>
            </p:cNvSpPr>
            <p:nvPr/>
          </p:nvSpPr>
          <p:spPr bwMode="auto">
            <a:xfrm>
              <a:off x="1828305" y="315009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Rectangle 260"/>
            <p:cNvSpPr>
              <a:spLocks noChangeArrowheads="1"/>
            </p:cNvSpPr>
            <p:nvPr/>
          </p:nvSpPr>
          <p:spPr bwMode="auto">
            <a:xfrm>
              <a:off x="3657106" y="313897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" name="Rectangle 271"/>
            <p:cNvSpPr>
              <a:spLocks noChangeArrowheads="1"/>
            </p:cNvSpPr>
            <p:nvPr/>
          </p:nvSpPr>
          <p:spPr bwMode="auto">
            <a:xfrm>
              <a:off x="1523506" y="1678478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Line 272"/>
            <p:cNvSpPr>
              <a:spLocks noChangeShapeType="1"/>
            </p:cNvSpPr>
            <p:nvPr/>
          </p:nvSpPr>
          <p:spPr bwMode="auto">
            <a:xfrm>
              <a:off x="1910856" y="1986453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Line 273"/>
            <p:cNvSpPr>
              <a:spLocks noChangeShapeType="1"/>
            </p:cNvSpPr>
            <p:nvPr/>
          </p:nvSpPr>
          <p:spPr bwMode="auto">
            <a:xfrm>
              <a:off x="1910856" y="1780078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Oval 274"/>
            <p:cNvSpPr>
              <a:spLocks noChangeArrowheads="1"/>
            </p:cNvSpPr>
            <p:nvPr/>
          </p:nvSpPr>
          <p:spPr bwMode="auto">
            <a:xfrm>
              <a:off x="1407619" y="18213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Line 275"/>
            <p:cNvSpPr>
              <a:spLocks noChangeShapeType="1"/>
            </p:cNvSpPr>
            <p:nvPr/>
          </p:nvSpPr>
          <p:spPr bwMode="auto">
            <a:xfrm flipH="1">
              <a:off x="999631" y="1883266"/>
              <a:ext cx="407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Rectangle 276"/>
            <p:cNvSpPr>
              <a:spLocks noChangeArrowheads="1"/>
            </p:cNvSpPr>
            <p:nvPr/>
          </p:nvSpPr>
          <p:spPr bwMode="auto">
            <a:xfrm>
              <a:off x="1601294" y="1697528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Line 277"/>
            <p:cNvSpPr>
              <a:spLocks noChangeShapeType="1"/>
            </p:cNvSpPr>
            <p:nvPr/>
          </p:nvSpPr>
          <p:spPr bwMode="auto">
            <a:xfrm>
              <a:off x="2299794" y="1780078"/>
              <a:ext cx="7762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Line 278"/>
            <p:cNvSpPr>
              <a:spLocks noChangeShapeType="1"/>
            </p:cNvSpPr>
            <p:nvPr/>
          </p:nvSpPr>
          <p:spPr bwMode="auto">
            <a:xfrm flipV="1">
              <a:off x="3076081" y="1780078"/>
              <a:ext cx="0" cy="22701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79"/>
            <p:cNvSpPr/>
            <p:nvPr/>
          </p:nvSpPr>
          <p:spPr bwMode="auto">
            <a:xfrm>
              <a:off x="999631" y="1883267"/>
              <a:ext cx="371969" cy="1358900"/>
            </a:xfrm>
            <a:custGeom>
              <a:avLst/>
              <a:gdLst>
                <a:gd name="T0" fmla="*/ 0 w 159"/>
                <a:gd name="T1" fmla="*/ 0 h 843"/>
                <a:gd name="T2" fmla="*/ 0 w 159"/>
                <a:gd name="T3" fmla="*/ 843 h 843"/>
                <a:gd name="T4" fmla="*/ 159 w 159"/>
                <a:gd name="T5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843">
                  <a:moveTo>
                    <a:pt x="0" y="0"/>
                  </a:moveTo>
                  <a:lnTo>
                    <a:pt x="0" y="843"/>
                  </a:lnTo>
                  <a:lnTo>
                    <a:pt x="159" y="84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Rectangle 280"/>
            <p:cNvSpPr>
              <a:spLocks noChangeArrowheads="1"/>
            </p:cNvSpPr>
            <p:nvPr/>
          </p:nvSpPr>
          <p:spPr bwMode="auto">
            <a:xfrm>
              <a:off x="4530231" y="3133119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9" name="Rectangle 8"/>
            <p:cNvSpPr>
              <a:spLocks noChangeArrowheads="1"/>
            </p:cNvSpPr>
            <p:nvPr/>
          </p:nvSpPr>
          <p:spPr bwMode="auto">
            <a:xfrm>
              <a:off x="4495128" y="2434714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0" name="Rectangle 8"/>
            <p:cNvSpPr>
              <a:spLocks noChangeArrowheads="1"/>
            </p:cNvSpPr>
            <p:nvPr/>
          </p:nvSpPr>
          <p:spPr bwMode="auto">
            <a:xfrm>
              <a:off x="4513862" y="2740099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1" name="Rectangle 8"/>
            <p:cNvSpPr>
              <a:spLocks noChangeArrowheads="1"/>
            </p:cNvSpPr>
            <p:nvPr/>
          </p:nvSpPr>
          <p:spPr bwMode="auto">
            <a:xfrm>
              <a:off x="1065746" y="2749625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2" name="Rectangle 7"/>
          <p:cNvSpPr>
            <a:spLocks noChangeArrowheads="1"/>
          </p:cNvSpPr>
          <p:nvPr/>
        </p:nvSpPr>
        <p:spPr bwMode="auto">
          <a:xfrm>
            <a:off x="2961845" y="4617223"/>
            <a:ext cx="5261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3" name="Rectangle 7"/>
          <p:cNvSpPr>
            <a:spLocks noChangeArrowheads="1"/>
          </p:cNvSpPr>
          <p:nvPr/>
        </p:nvSpPr>
        <p:spPr bwMode="auto">
          <a:xfrm>
            <a:off x="7937705" y="4618503"/>
            <a:ext cx="53848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89250" y="4325123"/>
            <a:ext cx="52610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(a)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125200" y="1671819"/>
            <a:ext cx="4131713" cy="2224088"/>
            <a:chOff x="454576" y="1628776"/>
            <a:chExt cx="4131713" cy="2224088"/>
          </a:xfrm>
        </p:grpSpPr>
        <p:sp>
          <p:nvSpPr>
            <p:cNvPr id="10" name="Rectangle 170"/>
            <p:cNvSpPr>
              <a:spLocks noChangeArrowheads="1"/>
            </p:cNvSpPr>
            <p:nvPr/>
          </p:nvSpPr>
          <p:spPr bwMode="auto">
            <a:xfrm>
              <a:off x="1331912" y="2349501"/>
              <a:ext cx="2328863" cy="1100602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171"/>
            <p:cNvSpPr>
              <a:spLocks noChangeShapeType="1"/>
            </p:cNvSpPr>
            <p:nvPr/>
          </p:nvSpPr>
          <p:spPr bwMode="auto">
            <a:xfrm>
              <a:off x="3660775" y="286385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172"/>
            <p:cNvSpPr>
              <a:spLocks noChangeArrowheads="1"/>
            </p:cNvSpPr>
            <p:nvPr/>
          </p:nvSpPr>
          <p:spPr bwMode="auto">
            <a:xfrm>
              <a:off x="3389312" y="276066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Line 173"/>
            <p:cNvSpPr>
              <a:spLocks noChangeShapeType="1"/>
            </p:cNvSpPr>
            <p:nvPr/>
          </p:nvSpPr>
          <p:spPr bwMode="auto">
            <a:xfrm>
              <a:off x="3660775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174"/>
            <p:cNvSpPr>
              <a:spLocks noChangeArrowheads="1"/>
            </p:cNvSpPr>
            <p:nvPr/>
          </p:nvSpPr>
          <p:spPr bwMode="auto">
            <a:xfrm>
              <a:off x="3389312" y="245110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Oval 175"/>
            <p:cNvSpPr>
              <a:spLocks noChangeArrowheads="1"/>
            </p:cNvSpPr>
            <p:nvPr/>
          </p:nvSpPr>
          <p:spPr bwMode="auto">
            <a:xfrm>
              <a:off x="1216025" y="310991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76"/>
            <p:cNvSpPr>
              <a:spLocks noChangeShapeType="1"/>
            </p:cNvSpPr>
            <p:nvPr/>
          </p:nvSpPr>
          <p:spPr bwMode="auto">
            <a:xfrm flipH="1">
              <a:off x="944562" y="317182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Rectangle 177"/>
            <p:cNvSpPr>
              <a:spLocks noChangeArrowheads="1"/>
            </p:cNvSpPr>
            <p:nvPr/>
          </p:nvSpPr>
          <p:spPr bwMode="auto">
            <a:xfrm>
              <a:off x="1449387" y="3068638"/>
              <a:ext cx="323807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 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Line 178"/>
            <p:cNvSpPr>
              <a:spLocks noChangeShapeType="1"/>
            </p:cNvSpPr>
            <p:nvPr/>
          </p:nvSpPr>
          <p:spPr bwMode="auto">
            <a:xfrm>
              <a:off x="3660775" y="317182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79"/>
            <p:cNvSpPr>
              <a:spLocks noChangeShapeType="1"/>
            </p:cNvSpPr>
            <p:nvPr/>
          </p:nvSpPr>
          <p:spPr bwMode="auto">
            <a:xfrm flipV="1">
              <a:off x="1905000" y="1927226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80"/>
            <p:cNvSpPr>
              <a:spLocks noChangeShapeType="1"/>
            </p:cNvSpPr>
            <p:nvPr/>
          </p:nvSpPr>
          <p:spPr bwMode="auto">
            <a:xfrm flipH="1">
              <a:off x="944562" y="255428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Rectangle 181"/>
            <p:cNvSpPr>
              <a:spLocks noChangeArrowheads="1"/>
            </p:cNvSpPr>
            <p:nvPr/>
          </p:nvSpPr>
          <p:spPr bwMode="auto">
            <a:xfrm>
              <a:off x="1449387" y="245110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Line 182"/>
            <p:cNvSpPr>
              <a:spLocks noChangeShapeType="1"/>
            </p:cNvSpPr>
            <p:nvPr/>
          </p:nvSpPr>
          <p:spPr bwMode="auto">
            <a:xfrm flipV="1">
              <a:off x="2301875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183"/>
            <p:cNvSpPr>
              <a:spLocks noChangeShapeType="1"/>
            </p:cNvSpPr>
            <p:nvPr/>
          </p:nvSpPr>
          <p:spPr bwMode="auto">
            <a:xfrm flipV="1">
              <a:off x="2660611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184"/>
            <p:cNvSpPr>
              <a:spLocks noChangeShapeType="1"/>
            </p:cNvSpPr>
            <p:nvPr/>
          </p:nvSpPr>
          <p:spPr bwMode="auto">
            <a:xfrm flipV="1">
              <a:off x="3078162" y="193675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Line 185"/>
            <p:cNvSpPr>
              <a:spLocks noChangeShapeType="1"/>
            </p:cNvSpPr>
            <p:nvPr/>
          </p:nvSpPr>
          <p:spPr bwMode="auto">
            <a:xfrm>
              <a:off x="191452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Line 186"/>
            <p:cNvSpPr>
              <a:spLocks noChangeShapeType="1"/>
            </p:cNvSpPr>
            <p:nvPr/>
          </p:nvSpPr>
          <p:spPr bwMode="auto">
            <a:xfrm>
              <a:off x="2301875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Line 187"/>
            <p:cNvSpPr>
              <a:spLocks noChangeShapeType="1"/>
            </p:cNvSpPr>
            <p:nvPr/>
          </p:nvSpPr>
          <p:spPr bwMode="auto">
            <a:xfrm>
              <a:off x="269081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Line 188"/>
            <p:cNvSpPr>
              <a:spLocks noChangeShapeType="1"/>
            </p:cNvSpPr>
            <p:nvPr/>
          </p:nvSpPr>
          <p:spPr bwMode="auto">
            <a:xfrm>
              <a:off x="3078162" y="344170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189"/>
            <p:cNvSpPr>
              <a:spLocks noChangeArrowheads="1"/>
            </p:cNvSpPr>
            <p:nvPr/>
          </p:nvSpPr>
          <p:spPr bwMode="auto">
            <a:xfrm>
              <a:off x="2244725" y="274002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190"/>
            <p:cNvSpPr>
              <a:spLocks noChangeArrowheads="1"/>
            </p:cNvSpPr>
            <p:nvPr/>
          </p:nvSpPr>
          <p:spPr bwMode="auto">
            <a:xfrm>
              <a:off x="183673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193"/>
            <p:cNvSpPr>
              <a:spLocks noChangeArrowheads="1"/>
            </p:cNvSpPr>
            <p:nvPr/>
          </p:nvSpPr>
          <p:spPr bwMode="auto">
            <a:xfrm>
              <a:off x="199231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194"/>
            <p:cNvSpPr>
              <a:spLocks noChangeArrowheads="1"/>
            </p:cNvSpPr>
            <p:nvPr/>
          </p:nvSpPr>
          <p:spPr bwMode="auto">
            <a:xfrm>
              <a:off x="2379662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195"/>
            <p:cNvSpPr>
              <a:spLocks noChangeArrowheads="1"/>
            </p:cNvSpPr>
            <p:nvPr/>
          </p:nvSpPr>
          <p:spPr bwMode="auto">
            <a:xfrm>
              <a:off x="276860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196"/>
            <p:cNvSpPr>
              <a:spLocks noChangeArrowheads="1"/>
            </p:cNvSpPr>
            <p:nvPr/>
          </p:nvSpPr>
          <p:spPr bwMode="auto">
            <a:xfrm>
              <a:off x="3155950" y="249237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197"/>
            <p:cNvSpPr>
              <a:spLocks noChangeArrowheads="1"/>
            </p:cNvSpPr>
            <p:nvPr/>
          </p:nvSpPr>
          <p:spPr bwMode="auto">
            <a:xfrm>
              <a:off x="2224087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198"/>
            <p:cNvSpPr>
              <a:spLocks noChangeArrowheads="1"/>
            </p:cNvSpPr>
            <p:nvPr/>
          </p:nvSpPr>
          <p:spPr bwMode="auto">
            <a:xfrm>
              <a:off x="261302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199"/>
            <p:cNvSpPr>
              <a:spLocks noChangeArrowheads="1"/>
            </p:cNvSpPr>
            <p:nvPr/>
          </p:nvSpPr>
          <p:spPr bwMode="auto">
            <a:xfrm>
              <a:off x="3000375" y="240982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00"/>
            <p:cNvSpPr>
              <a:spLocks noChangeArrowheads="1"/>
            </p:cNvSpPr>
            <p:nvPr/>
          </p:nvSpPr>
          <p:spPr bwMode="auto">
            <a:xfrm>
              <a:off x="1836737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01"/>
            <p:cNvSpPr>
              <a:spLocks noChangeArrowheads="1"/>
            </p:cNvSpPr>
            <p:nvPr/>
          </p:nvSpPr>
          <p:spPr bwMode="auto">
            <a:xfrm>
              <a:off x="199231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02"/>
            <p:cNvSpPr>
              <a:spLocks noChangeArrowheads="1"/>
            </p:cNvSpPr>
            <p:nvPr/>
          </p:nvSpPr>
          <p:spPr bwMode="auto">
            <a:xfrm>
              <a:off x="2379662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03"/>
            <p:cNvSpPr>
              <a:spLocks noChangeArrowheads="1"/>
            </p:cNvSpPr>
            <p:nvPr/>
          </p:nvSpPr>
          <p:spPr bwMode="auto">
            <a:xfrm>
              <a:off x="276860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04"/>
            <p:cNvSpPr>
              <a:spLocks noChangeArrowheads="1"/>
            </p:cNvSpPr>
            <p:nvPr/>
          </p:nvSpPr>
          <p:spPr bwMode="auto">
            <a:xfrm>
              <a:off x="3155950" y="317182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206"/>
            <p:cNvSpPr>
              <a:spLocks noChangeArrowheads="1"/>
            </p:cNvSpPr>
            <p:nvPr/>
          </p:nvSpPr>
          <p:spPr bwMode="auto">
            <a:xfrm>
              <a:off x="2224088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207"/>
            <p:cNvSpPr>
              <a:spLocks noChangeArrowheads="1"/>
            </p:cNvSpPr>
            <p:nvPr/>
          </p:nvSpPr>
          <p:spPr bwMode="auto">
            <a:xfrm>
              <a:off x="261302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208"/>
            <p:cNvSpPr>
              <a:spLocks noChangeArrowheads="1"/>
            </p:cNvSpPr>
            <p:nvPr/>
          </p:nvSpPr>
          <p:spPr bwMode="auto">
            <a:xfrm>
              <a:off x="3000375" y="310991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Oval 209"/>
            <p:cNvSpPr>
              <a:spLocks noChangeArrowheads="1"/>
            </p:cNvSpPr>
            <p:nvPr/>
          </p:nvSpPr>
          <p:spPr bwMode="auto">
            <a:xfrm>
              <a:off x="1216025" y="280193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210"/>
            <p:cNvSpPr>
              <a:spLocks noChangeShapeType="1"/>
            </p:cNvSpPr>
            <p:nvPr/>
          </p:nvSpPr>
          <p:spPr bwMode="auto">
            <a:xfrm flipH="1">
              <a:off x="944563" y="286385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Rectangle 211"/>
            <p:cNvSpPr>
              <a:spLocks noChangeArrowheads="1"/>
            </p:cNvSpPr>
            <p:nvPr/>
          </p:nvSpPr>
          <p:spPr bwMode="auto">
            <a:xfrm>
              <a:off x="1449388" y="276066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Freeform 212"/>
            <p:cNvSpPr/>
            <p:nvPr/>
          </p:nvSpPr>
          <p:spPr bwMode="auto">
            <a:xfrm>
              <a:off x="3573463" y="306863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Line 213"/>
            <p:cNvSpPr>
              <a:spLocks noChangeShapeType="1"/>
            </p:cNvSpPr>
            <p:nvPr/>
          </p:nvSpPr>
          <p:spPr bwMode="auto">
            <a:xfrm>
              <a:off x="1477963" y="277812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214"/>
            <p:cNvSpPr>
              <a:spLocks noChangeShapeType="1"/>
            </p:cNvSpPr>
            <p:nvPr/>
          </p:nvSpPr>
          <p:spPr bwMode="auto">
            <a:xfrm>
              <a:off x="1449387" y="308610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Rectangle 215"/>
            <p:cNvSpPr>
              <a:spLocks noChangeArrowheads="1"/>
            </p:cNvSpPr>
            <p:nvPr/>
          </p:nvSpPr>
          <p:spPr bwMode="auto">
            <a:xfrm>
              <a:off x="3271838" y="306863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261"/>
            <p:cNvSpPr>
              <a:spLocks noChangeArrowheads="1"/>
            </p:cNvSpPr>
            <p:nvPr/>
          </p:nvSpPr>
          <p:spPr bwMode="auto">
            <a:xfrm>
              <a:off x="1022350" y="1628776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262"/>
            <p:cNvSpPr>
              <a:spLocks noChangeShapeType="1"/>
            </p:cNvSpPr>
            <p:nvPr/>
          </p:nvSpPr>
          <p:spPr bwMode="auto">
            <a:xfrm>
              <a:off x="1409700" y="1936751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263"/>
            <p:cNvSpPr>
              <a:spLocks noChangeShapeType="1"/>
            </p:cNvSpPr>
            <p:nvPr/>
          </p:nvSpPr>
          <p:spPr bwMode="auto">
            <a:xfrm>
              <a:off x="1409700" y="1730376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Oval 264"/>
            <p:cNvSpPr>
              <a:spLocks noChangeArrowheads="1"/>
            </p:cNvSpPr>
            <p:nvPr/>
          </p:nvSpPr>
          <p:spPr bwMode="auto">
            <a:xfrm>
              <a:off x="904875" y="1771651"/>
              <a:ext cx="117475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265"/>
            <p:cNvSpPr>
              <a:spLocks noChangeShapeType="1"/>
            </p:cNvSpPr>
            <p:nvPr/>
          </p:nvSpPr>
          <p:spPr bwMode="auto">
            <a:xfrm flipH="1">
              <a:off x="614362" y="1833563"/>
              <a:ext cx="2905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Rectangle 266"/>
            <p:cNvSpPr>
              <a:spLocks noChangeArrowheads="1"/>
            </p:cNvSpPr>
            <p:nvPr/>
          </p:nvSpPr>
          <p:spPr bwMode="auto">
            <a:xfrm>
              <a:off x="1100138" y="1647826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Line 267"/>
            <p:cNvSpPr>
              <a:spLocks noChangeShapeType="1"/>
            </p:cNvSpPr>
            <p:nvPr/>
          </p:nvSpPr>
          <p:spPr bwMode="auto">
            <a:xfrm>
              <a:off x="1758950" y="1936751"/>
              <a:ext cx="136525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68"/>
            <p:cNvSpPr/>
            <p:nvPr/>
          </p:nvSpPr>
          <p:spPr bwMode="auto">
            <a:xfrm>
              <a:off x="1749425" y="1730376"/>
              <a:ext cx="912813" cy="268288"/>
            </a:xfrm>
            <a:custGeom>
              <a:avLst/>
              <a:gdLst>
                <a:gd name="T0" fmla="*/ 0 w 575"/>
                <a:gd name="T1" fmla="*/ 0 h 169"/>
                <a:gd name="T2" fmla="*/ 575 w 575"/>
                <a:gd name="T3" fmla="*/ 0 h 169"/>
                <a:gd name="T4" fmla="*/ 575 w 575"/>
                <a:gd name="T5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5" h="169">
                  <a:moveTo>
                    <a:pt x="0" y="0"/>
                  </a:moveTo>
                  <a:lnTo>
                    <a:pt x="575" y="0"/>
                  </a:lnTo>
                  <a:lnTo>
                    <a:pt x="575" y="16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69"/>
            <p:cNvSpPr/>
            <p:nvPr/>
          </p:nvSpPr>
          <p:spPr bwMode="auto">
            <a:xfrm>
              <a:off x="614363" y="1833563"/>
              <a:ext cx="387350" cy="1030288"/>
            </a:xfrm>
            <a:custGeom>
              <a:avLst/>
              <a:gdLst>
                <a:gd name="T0" fmla="*/ 0 w 244"/>
                <a:gd name="T1" fmla="*/ 0 h 649"/>
                <a:gd name="T2" fmla="*/ 0 w 244"/>
                <a:gd name="T3" fmla="*/ 649 h 649"/>
                <a:gd name="T4" fmla="*/ 244 w 244"/>
                <a:gd name="T5" fmla="*/ 649 h 6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4" h="649">
                  <a:moveTo>
                    <a:pt x="0" y="0"/>
                  </a:moveTo>
                  <a:lnTo>
                    <a:pt x="0" y="649"/>
                  </a:lnTo>
                  <a:lnTo>
                    <a:pt x="244" y="649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Rectangle 270"/>
            <p:cNvSpPr>
              <a:spLocks noChangeArrowheads="1"/>
            </p:cNvSpPr>
            <p:nvPr/>
          </p:nvSpPr>
          <p:spPr bwMode="auto">
            <a:xfrm>
              <a:off x="4227674" y="3028951"/>
              <a:ext cx="2949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3" name="Rectangle 8"/>
            <p:cNvSpPr>
              <a:spLocks noChangeArrowheads="1"/>
            </p:cNvSpPr>
            <p:nvPr/>
          </p:nvSpPr>
          <p:spPr bwMode="auto">
            <a:xfrm>
              <a:off x="4164013" y="2339103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4" name="Rectangle 8"/>
            <p:cNvSpPr>
              <a:spLocks noChangeArrowheads="1"/>
            </p:cNvSpPr>
            <p:nvPr/>
          </p:nvSpPr>
          <p:spPr bwMode="auto">
            <a:xfrm>
              <a:off x="4164013" y="2679184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5" name="Rectangle 8"/>
            <p:cNvSpPr>
              <a:spLocks noChangeArrowheads="1"/>
            </p:cNvSpPr>
            <p:nvPr/>
          </p:nvSpPr>
          <p:spPr bwMode="auto">
            <a:xfrm>
              <a:off x="454576" y="2973230"/>
              <a:ext cx="42227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6854252" y="1387661"/>
            <a:ext cx="2088000" cy="3787775"/>
            <a:chOff x="6178549" y="1223963"/>
            <a:chExt cx="2088000" cy="3787775"/>
          </a:xfrm>
        </p:grpSpPr>
        <p:sp>
          <p:nvSpPr>
            <p:cNvPr id="67" name="Rectangle 19"/>
            <p:cNvSpPr>
              <a:spLocks noChangeArrowheads="1"/>
            </p:cNvSpPr>
            <p:nvPr/>
          </p:nvSpPr>
          <p:spPr bwMode="auto">
            <a:xfrm>
              <a:off x="6230938" y="1268413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序号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6991350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22"/>
            <p:cNvSpPr>
              <a:spLocks noChangeArrowheads="1"/>
            </p:cNvSpPr>
            <p:nvPr/>
          </p:nvSpPr>
          <p:spPr bwMode="auto">
            <a:xfrm>
              <a:off x="7162801" y="1358900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23"/>
            <p:cNvSpPr>
              <a:spLocks noChangeArrowheads="1"/>
            </p:cNvSpPr>
            <p:nvPr/>
          </p:nvSpPr>
          <p:spPr bwMode="auto">
            <a:xfrm>
              <a:off x="7315200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24"/>
            <p:cNvSpPr>
              <a:spLocks noChangeArrowheads="1"/>
            </p:cNvSpPr>
            <p:nvPr/>
          </p:nvSpPr>
          <p:spPr bwMode="auto">
            <a:xfrm>
              <a:off x="7453313" y="1358900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25"/>
            <p:cNvSpPr>
              <a:spLocks noChangeArrowheads="1"/>
            </p:cNvSpPr>
            <p:nvPr/>
          </p:nvSpPr>
          <p:spPr bwMode="auto">
            <a:xfrm>
              <a:off x="7605713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26"/>
            <p:cNvSpPr>
              <a:spLocks noChangeArrowheads="1"/>
            </p:cNvSpPr>
            <p:nvPr/>
          </p:nvSpPr>
          <p:spPr bwMode="auto">
            <a:xfrm>
              <a:off x="7783513" y="1358900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38"/>
            <p:cNvSpPr>
              <a:spLocks noChangeArrowheads="1"/>
            </p:cNvSpPr>
            <p:nvPr/>
          </p:nvSpPr>
          <p:spPr bwMode="auto">
            <a:xfrm>
              <a:off x="6519863" y="165258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40"/>
            <p:cNvSpPr>
              <a:spLocks noChangeArrowheads="1"/>
            </p:cNvSpPr>
            <p:nvPr/>
          </p:nvSpPr>
          <p:spPr bwMode="auto">
            <a:xfrm>
              <a:off x="6519863" y="1953025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42"/>
            <p:cNvSpPr>
              <a:spLocks noChangeArrowheads="1"/>
            </p:cNvSpPr>
            <p:nvPr/>
          </p:nvSpPr>
          <p:spPr bwMode="auto">
            <a:xfrm>
              <a:off x="6519863" y="2253462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44"/>
            <p:cNvSpPr>
              <a:spLocks noChangeArrowheads="1"/>
            </p:cNvSpPr>
            <p:nvPr/>
          </p:nvSpPr>
          <p:spPr bwMode="auto">
            <a:xfrm>
              <a:off x="6519863" y="2553899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Rectangle 46"/>
            <p:cNvSpPr>
              <a:spLocks noChangeArrowheads="1"/>
            </p:cNvSpPr>
            <p:nvPr/>
          </p:nvSpPr>
          <p:spPr bwMode="auto">
            <a:xfrm>
              <a:off x="6519863" y="2854336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6519863" y="3154773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Rectangle 50"/>
            <p:cNvSpPr>
              <a:spLocks noChangeArrowheads="1"/>
            </p:cNvSpPr>
            <p:nvPr/>
          </p:nvSpPr>
          <p:spPr bwMode="auto">
            <a:xfrm>
              <a:off x="7000874" y="1652588"/>
              <a:ext cx="1114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52"/>
            <p:cNvSpPr>
              <a:spLocks noChangeArrowheads="1"/>
            </p:cNvSpPr>
            <p:nvPr/>
          </p:nvSpPr>
          <p:spPr bwMode="auto">
            <a:xfrm>
              <a:off x="7000874" y="1953025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54"/>
            <p:cNvSpPr>
              <a:spLocks noChangeArrowheads="1"/>
            </p:cNvSpPr>
            <p:nvPr/>
          </p:nvSpPr>
          <p:spPr bwMode="auto">
            <a:xfrm>
              <a:off x="7000874" y="2253462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56"/>
            <p:cNvSpPr>
              <a:spLocks noChangeArrowheads="1"/>
            </p:cNvSpPr>
            <p:nvPr/>
          </p:nvSpPr>
          <p:spPr bwMode="auto">
            <a:xfrm>
              <a:off x="7000874" y="2553899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58"/>
            <p:cNvSpPr>
              <a:spLocks noChangeArrowheads="1"/>
            </p:cNvSpPr>
            <p:nvPr/>
          </p:nvSpPr>
          <p:spPr bwMode="auto">
            <a:xfrm>
              <a:off x="7000874" y="2854336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60"/>
            <p:cNvSpPr>
              <a:spLocks noChangeArrowheads="1"/>
            </p:cNvSpPr>
            <p:nvPr/>
          </p:nvSpPr>
          <p:spPr bwMode="auto">
            <a:xfrm>
              <a:off x="7000874" y="3154773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Line 156"/>
            <p:cNvSpPr>
              <a:spLocks noChangeShapeType="1"/>
            </p:cNvSpPr>
            <p:nvPr/>
          </p:nvSpPr>
          <p:spPr bwMode="auto">
            <a:xfrm>
              <a:off x="6178549" y="1244600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Line 157"/>
            <p:cNvSpPr>
              <a:spLocks noChangeShapeType="1"/>
            </p:cNvSpPr>
            <p:nvPr/>
          </p:nvSpPr>
          <p:spPr bwMode="auto">
            <a:xfrm>
              <a:off x="6178549" y="1579563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Line 159"/>
            <p:cNvSpPr>
              <a:spLocks noChangeShapeType="1"/>
            </p:cNvSpPr>
            <p:nvPr/>
          </p:nvSpPr>
          <p:spPr bwMode="auto">
            <a:xfrm>
              <a:off x="6178549" y="501173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Line 160"/>
            <p:cNvSpPr>
              <a:spLocks noChangeShapeType="1"/>
            </p:cNvSpPr>
            <p:nvPr/>
          </p:nvSpPr>
          <p:spPr bwMode="auto">
            <a:xfrm>
              <a:off x="6810375" y="1252538"/>
              <a:ext cx="0" cy="37592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23"/>
            <p:cNvSpPr>
              <a:spLocks noChangeArrowheads="1"/>
            </p:cNvSpPr>
            <p:nvPr/>
          </p:nvSpPr>
          <p:spPr bwMode="auto">
            <a:xfrm>
              <a:off x="7897018" y="1223963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24"/>
            <p:cNvSpPr>
              <a:spLocks noChangeArrowheads="1"/>
            </p:cNvSpPr>
            <p:nvPr/>
          </p:nvSpPr>
          <p:spPr bwMode="auto">
            <a:xfrm>
              <a:off x="8060531" y="1358900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60"/>
            <p:cNvSpPr>
              <a:spLocks noChangeArrowheads="1"/>
            </p:cNvSpPr>
            <p:nvPr/>
          </p:nvSpPr>
          <p:spPr bwMode="auto">
            <a:xfrm>
              <a:off x="7000874" y="3455210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60"/>
            <p:cNvSpPr>
              <a:spLocks noChangeArrowheads="1"/>
            </p:cNvSpPr>
            <p:nvPr/>
          </p:nvSpPr>
          <p:spPr bwMode="auto">
            <a:xfrm>
              <a:off x="7000874" y="3755647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60"/>
            <p:cNvSpPr>
              <a:spLocks noChangeArrowheads="1"/>
            </p:cNvSpPr>
            <p:nvPr/>
          </p:nvSpPr>
          <p:spPr bwMode="auto">
            <a:xfrm>
              <a:off x="7000874" y="4056084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Rectangle 60"/>
            <p:cNvSpPr>
              <a:spLocks noChangeArrowheads="1"/>
            </p:cNvSpPr>
            <p:nvPr/>
          </p:nvSpPr>
          <p:spPr bwMode="auto">
            <a:xfrm>
              <a:off x="7000874" y="435652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60"/>
            <p:cNvSpPr>
              <a:spLocks noChangeArrowheads="1"/>
            </p:cNvSpPr>
            <p:nvPr/>
          </p:nvSpPr>
          <p:spPr bwMode="auto">
            <a:xfrm>
              <a:off x="7000874" y="4656953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48"/>
            <p:cNvSpPr>
              <a:spLocks noChangeArrowheads="1"/>
            </p:cNvSpPr>
            <p:nvPr/>
          </p:nvSpPr>
          <p:spPr bwMode="auto">
            <a:xfrm>
              <a:off x="6519863" y="3455210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48"/>
            <p:cNvSpPr>
              <a:spLocks noChangeArrowheads="1"/>
            </p:cNvSpPr>
            <p:nvPr/>
          </p:nvSpPr>
          <p:spPr bwMode="auto">
            <a:xfrm>
              <a:off x="6529388" y="3755647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48"/>
            <p:cNvSpPr>
              <a:spLocks noChangeArrowheads="1"/>
            </p:cNvSpPr>
            <p:nvPr/>
          </p:nvSpPr>
          <p:spPr bwMode="auto">
            <a:xfrm>
              <a:off x="6519863" y="4056084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 48"/>
            <p:cNvSpPr>
              <a:spLocks noChangeArrowheads="1"/>
            </p:cNvSpPr>
            <p:nvPr/>
          </p:nvSpPr>
          <p:spPr bwMode="auto">
            <a:xfrm>
              <a:off x="6519863" y="4356520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Rectangle 48"/>
            <p:cNvSpPr>
              <a:spLocks noChangeArrowheads="1"/>
            </p:cNvSpPr>
            <p:nvPr/>
          </p:nvSpPr>
          <p:spPr bwMode="auto">
            <a:xfrm>
              <a:off x="6519863" y="4656953"/>
              <a:ext cx="2905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2" name="Rectangle 38"/>
          <p:cNvSpPr>
            <a:spLocks noChangeArrowheads="1"/>
          </p:cNvSpPr>
          <p:nvPr/>
        </p:nvSpPr>
        <p:spPr bwMode="auto">
          <a:xfrm>
            <a:off x="7776590" y="4820651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 38"/>
          <p:cNvSpPr>
            <a:spLocks noChangeArrowheads="1"/>
          </p:cNvSpPr>
          <p:nvPr/>
        </p:nvSpPr>
        <p:spPr bwMode="auto">
          <a:xfrm>
            <a:off x="8454155" y="4820651"/>
            <a:ext cx="1795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直接连接符 103"/>
          <p:cNvCxnSpPr/>
          <p:nvPr/>
        </p:nvCxnSpPr>
        <p:spPr>
          <a:xfrm>
            <a:off x="8837040" y="4658717"/>
            <a:ext cx="5064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>
            <a:off x="9336944" y="1996470"/>
            <a:ext cx="9523" cy="26622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/>
          <p:cNvCxnSpPr/>
          <p:nvPr/>
        </p:nvCxnSpPr>
        <p:spPr>
          <a:xfrm>
            <a:off x="8841008" y="1986162"/>
            <a:ext cx="506413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4"/>
          <p:cNvSpPr>
            <a:spLocks noChangeArrowheads="1"/>
          </p:cNvSpPr>
          <p:nvPr/>
        </p:nvSpPr>
        <p:spPr bwMode="auto">
          <a:xfrm>
            <a:off x="9540371" y="4444594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起跳状态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8" name="Rectangle 4"/>
          <p:cNvSpPr>
            <a:spLocks noChangeArrowheads="1"/>
          </p:cNvSpPr>
          <p:nvPr/>
        </p:nvSpPr>
        <p:spPr bwMode="auto">
          <a:xfrm>
            <a:off x="9540371" y="4745485"/>
            <a:ext cx="11993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/>
      <p:bldP spid="103" grpId="0"/>
      <p:bldP spid="107" grpId="0" bldLvl="0" animBg="1"/>
      <p:bldP spid="108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3196237" y="4553107"/>
            <a:ext cx="5437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3181350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181350" algn="l"/>
              </a:tabLst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(b)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983881" y="1657523"/>
            <a:ext cx="3810624" cy="2655932"/>
            <a:chOff x="999631" y="1678478"/>
            <a:chExt cx="3810624" cy="2655932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2171205" y="3995856"/>
              <a:ext cx="168116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0      0     1      1</a:t>
              </a:r>
              <a:endParaRPr kumimoji="1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" name="Rectangle 216"/>
            <p:cNvSpPr>
              <a:spLocks noChangeArrowheads="1"/>
            </p:cNvSpPr>
            <p:nvPr/>
          </p:nvSpPr>
          <p:spPr bwMode="auto">
            <a:xfrm>
              <a:off x="1717181" y="2419841"/>
              <a:ext cx="2328863" cy="1105530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Line 217"/>
            <p:cNvSpPr>
              <a:spLocks noChangeShapeType="1"/>
            </p:cNvSpPr>
            <p:nvPr/>
          </p:nvSpPr>
          <p:spPr bwMode="auto">
            <a:xfrm>
              <a:off x="4046044" y="2934191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Rectangle 218"/>
            <p:cNvSpPr>
              <a:spLocks noChangeArrowheads="1"/>
            </p:cNvSpPr>
            <p:nvPr/>
          </p:nvSpPr>
          <p:spPr bwMode="auto">
            <a:xfrm>
              <a:off x="3774581" y="2831003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Line 219"/>
            <p:cNvSpPr>
              <a:spLocks noChangeShapeType="1"/>
            </p:cNvSpPr>
            <p:nvPr/>
          </p:nvSpPr>
          <p:spPr bwMode="auto">
            <a:xfrm>
              <a:off x="4046044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Rectangle 220"/>
            <p:cNvSpPr>
              <a:spLocks noChangeArrowheads="1"/>
            </p:cNvSpPr>
            <p:nvPr/>
          </p:nvSpPr>
          <p:spPr bwMode="auto">
            <a:xfrm>
              <a:off x="3774581" y="2521441"/>
              <a:ext cx="15557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Oval 221"/>
            <p:cNvSpPr>
              <a:spLocks noChangeArrowheads="1"/>
            </p:cNvSpPr>
            <p:nvPr/>
          </p:nvSpPr>
          <p:spPr bwMode="auto">
            <a:xfrm>
              <a:off x="1601294" y="31802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222"/>
            <p:cNvSpPr>
              <a:spLocks noChangeShapeType="1"/>
            </p:cNvSpPr>
            <p:nvPr/>
          </p:nvSpPr>
          <p:spPr bwMode="auto">
            <a:xfrm flipH="1">
              <a:off x="1329831" y="3242166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Rectangle 223"/>
            <p:cNvSpPr>
              <a:spLocks noChangeArrowheads="1"/>
            </p:cNvSpPr>
            <p:nvPr/>
          </p:nvSpPr>
          <p:spPr bwMode="auto">
            <a:xfrm>
              <a:off x="1821956" y="3138978"/>
              <a:ext cx="27251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Line 224"/>
            <p:cNvSpPr>
              <a:spLocks noChangeShapeType="1"/>
            </p:cNvSpPr>
            <p:nvPr/>
          </p:nvSpPr>
          <p:spPr bwMode="auto">
            <a:xfrm>
              <a:off x="4046044" y="3242166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225"/>
            <p:cNvSpPr>
              <a:spLocks noChangeShapeType="1"/>
            </p:cNvSpPr>
            <p:nvPr/>
          </p:nvSpPr>
          <p:spPr bwMode="auto">
            <a:xfrm flipV="1">
              <a:off x="2299794" y="1983347"/>
              <a:ext cx="0" cy="436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226"/>
            <p:cNvSpPr>
              <a:spLocks noChangeShapeType="1"/>
            </p:cNvSpPr>
            <p:nvPr/>
          </p:nvSpPr>
          <p:spPr bwMode="auto">
            <a:xfrm flipH="1">
              <a:off x="1329831" y="2624628"/>
              <a:ext cx="38735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Rectangle 227"/>
            <p:cNvSpPr>
              <a:spLocks noChangeArrowheads="1"/>
            </p:cNvSpPr>
            <p:nvPr/>
          </p:nvSpPr>
          <p:spPr bwMode="auto">
            <a:xfrm>
              <a:off x="1834656" y="2521441"/>
              <a:ext cx="28373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16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Line 228"/>
            <p:cNvSpPr>
              <a:spLocks noChangeShapeType="1"/>
            </p:cNvSpPr>
            <p:nvPr/>
          </p:nvSpPr>
          <p:spPr bwMode="auto">
            <a:xfrm flipV="1">
              <a:off x="2687144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229"/>
            <p:cNvSpPr>
              <a:spLocks noChangeShapeType="1"/>
            </p:cNvSpPr>
            <p:nvPr/>
          </p:nvSpPr>
          <p:spPr bwMode="auto">
            <a:xfrm flipV="1">
              <a:off x="307608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230"/>
            <p:cNvSpPr>
              <a:spLocks noChangeShapeType="1"/>
            </p:cNvSpPr>
            <p:nvPr/>
          </p:nvSpPr>
          <p:spPr bwMode="auto">
            <a:xfrm flipV="1">
              <a:off x="3463431" y="2007091"/>
              <a:ext cx="0" cy="4127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231"/>
            <p:cNvSpPr>
              <a:spLocks noChangeShapeType="1"/>
            </p:cNvSpPr>
            <p:nvPr/>
          </p:nvSpPr>
          <p:spPr bwMode="auto">
            <a:xfrm>
              <a:off x="229979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232"/>
            <p:cNvSpPr>
              <a:spLocks noChangeShapeType="1"/>
            </p:cNvSpPr>
            <p:nvPr/>
          </p:nvSpPr>
          <p:spPr bwMode="auto">
            <a:xfrm>
              <a:off x="2687144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Line 233"/>
            <p:cNvSpPr>
              <a:spLocks noChangeShapeType="1"/>
            </p:cNvSpPr>
            <p:nvPr/>
          </p:nvSpPr>
          <p:spPr bwMode="auto">
            <a:xfrm>
              <a:off x="307608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Line 234"/>
            <p:cNvSpPr>
              <a:spLocks noChangeShapeType="1"/>
            </p:cNvSpPr>
            <p:nvPr/>
          </p:nvSpPr>
          <p:spPr bwMode="auto">
            <a:xfrm>
              <a:off x="3463431" y="3524741"/>
              <a:ext cx="0" cy="411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35"/>
            <p:cNvSpPr>
              <a:spLocks noChangeArrowheads="1"/>
            </p:cNvSpPr>
            <p:nvPr/>
          </p:nvSpPr>
          <p:spPr bwMode="auto">
            <a:xfrm>
              <a:off x="2629994" y="2810366"/>
              <a:ext cx="561975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0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236"/>
            <p:cNvSpPr>
              <a:spLocks noChangeArrowheads="1"/>
            </p:cNvSpPr>
            <p:nvPr/>
          </p:nvSpPr>
          <p:spPr bwMode="auto">
            <a:xfrm>
              <a:off x="222200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239"/>
            <p:cNvSpPr>
              <a:spLocks noChangeArrowheads="1"/>
            </p:cNvSpPr>
            <p:nvPr/>
          </p:nvSpPr>
          <p:spPr bwMode="auto">
            <a:xfrm>
              <a:off x="237758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240"/>
            <p:cNvSpPr>
              <a:spLocks noChangeArrowheads="1"/>
            </p:cNvSpPr>
            <p:nvPr/>
          </p:nvSpPr>
          <p:spPr bwMode="auto">
            <a:xfrm>
              <a:off x="2764931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241"/>
            <p:cNvSpPr>
              <a:spLocks noChangeArrowheads="1"/>
            </p:cNvSpPr>
            <p:nvPr/>
          </p:nvSpPr>
          <p:spPr bwMode="auto">
            <a:xfrm>
              <a:off x="315386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242"/>
            <p:cNvSpPr>
              <a:spLocks noChangeArrowheads="1"/>
            </p:cNvSpPr>
            <p:nvPr/>
          </p:nvSpPr>
          <p:spPr bwMode="auto">
            <a:xfrm>
              <a:off x="3541219" y="256271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243"/>
            <p:cNvSpPr>
              <a:spLocks noChangeArrowheads="1"/>
            </p:cNvSpPr>
            <p:nvPr/>
          </p:nvSpPr>
          <p:spPr bwMode="auto">
            <a:xfrm>
              <a:off x="2609356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244"/>
            <p:cNvSpPr>
              <a:spLocks noChangeArrowheads="1"/>
            </p:cNvSpPr>
            <p:nvPr/>
          </p:nvSpPr>
          <p:spPr bwMode="auto">
            <a:xfrm>
              <a:off x="299829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245"/>
            <p:cNvSpPr>
              <a:spLocks noChangeArrowheads="1"/>
            </p:cNvSpPr>
            <p:nvPr/>
          </p:nvSpPr>
          <p:spPr bwMode="auto">
            <a:xfrm>
              <a:off x="3385644" y="2480166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246"/>
            <p:cNvSpPr>
              <a:spLocks noChangeArrowheads="1"/>
            </p:cNvSpPr>
            <p:nvPr/>
          </p:nvSpPr>
          <p:spPr bwMode="auto">
            <a:xfrm>
              <a:off x="222200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247"/>
            <p:cNvSpPr>
              <a:spLocks noChangeArrowheads="1"/>
            </p:cNvSpPr>
            <p:nvPr/>
          </p:nvSpPr>
          <p:spPr bwMode="auto">
            <a:xfrm>
              <a:off x="237758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248"/>
            <p:cNvSpPr>
              <a:spLocks noChangeArrowheads="1"/>
            </p:cNvSpPr>
            <p:nvPr/>
          </p:nvSpPr>
          <p:spPr bwMode="auto">
            <a:xfrm>
              <a:off x="2764931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249"/>
            <p:cNvSpPr>
              <a:spLocks noChangeArrowheads="1"/>
            </p:cNvSpPr>
            <p:nvPr/>
          </p:nvSpPr>
          <p:spPr bwMode="auto">
            <a:xfrm>
              <a:off x="315386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250"/>
            <p:cNvSpPr>
              <a:spLocks noChangeArrowheads="1"/>
            </p:cNvSpPr>
            <p:nvPr/>
          </p:nvSpPr>
          <p:spPr bwMode="auto">
            <a:xfrm>
              <a:off x="3541219" y="3242166"/>
              <a:ext cx="136525" cy="227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251"/>
            <p:cNvSpPr>
              <a:spLocks noChangeArrowheads="1"/>
            </p:cNvSpPr>
            <p:nvPr/>
          </p:nvSpPr>
          <p:spPr bwMode="auto">
            <a:xfrm>
              <a:off x="2609356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52"/>
            <p:cNvSpPr>
              <a:spLocks noChangeArrowheads="1"/>
            </p:cNvSpPr>
            <p:nvPr/>
          </p:nvSpPr>
          <p:spPr bwMode="auto">
            <a:xfrm>
              <a:off x="299829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253"/>
            <p:cNvSpPr>
              <a:spLocks noChangeArrowheads="1"/>
            </p:cNvSpPr>
            <p:nvPr/>
          </p:nvSpPr>
          <p:spPr bwMode="auto">
            <a:xfrm>
              <a:off x="3385644" y="3180253"/>
              <a:ext cx="174625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8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Oval 254"/>
            <p:cNvSpPr>
              <a:spLocks noChangeArrowheads="1"/>
            </p:cNvSpPr>
            <p:nvPr/>
          </p:nvSpPr>
          <p:spPr bwMode="auto">
            <a:xfrm>
              <a:off x="1601294" y="2872278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Line 255"/>
            <p:cNvSpPr>
              <a:spLocks noChangeShapeType="1"/>
            </p:cNvSpPr>
            <p:nvPr/>
          </p:nvSpPr>
          <p:spPr bwMode="auto">
            <a:xfrm flipH="1">
              <a:off x="1329831" y="2934191"/>
              <a:ext cx="27146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Rectangle 256"/>
            <p:cNvSpPr>
              <a:spLocks noChangeArrowheads="1"/>
            </p:cNvSpPr>
            <p:nvPr/>
          </p:nvSpPr>
          <p:spPr bwMode="auto">
            <a:xfrm>
              <a:off x="1834656" y="2831003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Freeform 257"/>
            <p:cNvSpPr/>
            <p:nvPr/>
          </p:nvSpPr>
          <p:spPr bwMode="auto">
            <a:xfrm>
              <a:off x="3961906" y="3138978"/>
              <a:ext cx="77788" cy="206375"/>
            </a:xfrm>
            <a:custGeom>
              <a:avLst/>
              <a:gdLst>
                <a:gd name="T0" fmla="*/ 49 w 49"/>
                <a:gd name="T1" fmla="*/ 130 h 130"/>
                <a:gd name="T2" fmla="*/ 0 w 49"/>
                <a:gd name="T3" fmla="*/ 65 h 130"/>
                <a:gd name="T4" fmla="*/ 49 w 49"/>
                <a:gd name="T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9" h="130">
                  <a:moveTo>
                    <a:pt x="49" y="130"/>
                  </a:moveTo>
                  <a:lnTo>
                    <a:pt x="0" y="65"/>
                  </a:lnTo>
                  <a:lnTo>
                    <a:pt x="4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Line 258"/>
            <p:cNvSpPr>
              <a:spLocks noChangeShapeType="1"/>
            </p:cNvSpPr>
            <p:nvPr/>
          </p:nvSpPr>
          <p:spPr bwMode="auto">
            <a:xfrm>
              <a:off x="1853706" y="2842116"/>
              <a:ext cx="19367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Line 259"/>
            <p:cNvSpPr>
              <a:spLocks noChangeShapeType="1"/>
            </p:cNvSpPr>
            <p:nvPr/>
          </p:nvSpPr>
          <p:spPr bwMode="auto">
            <a:xfrm>
              <a:off x="1828305" y="3150091"/>
              <a:ext cx="252413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Rectangle 260"/>
            <p:cNvSpPr>
              <a:spLocks noChangeArrowheads="1"/>
            </p:cNvSpPr>
            <p:nvPr/>
          </p:nvSpPr>
          <p:spPr bwMode="auto">
            <a:xfrm>
              <a:off x="3657106" y="3138978"/>
              <a:ext cx="252413" cy="24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271"/>
            <p:cNvSpPr>
              <a:spLocks noChangeArrowheads="1"/>
            </p:cNvSpPr>
            <p:nvPr/>
          </p:nvSpPr>
          <p:spPr bwMode="auto">
            <a:xfrm>
              <a:off x="1523506" y="1678478"/>
              <a:ext cx="387350" cy="411163"/>
            </a:xfrm>
            <a:prstGeom prst="rect">
              <a:avLst/>
            </a:prstGeom>
            <a:noFill/>
            <a:ln w="19050">
              <a:solidFill>
                <a:srgbClr val="8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Line 272"/>
            <p:cNvSpPr>
              <a:spLocks noChangeShapeType="1"/>
            </p:cNvSpPr>
            <p:nvPr/>
          </p:nvSpPr>
          <p:spPr bwMode="auto">
            <a:xfrm>
              <a:off x="1910856" y="1986453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273"/>
            <p:cNvSpPr>
              <a:spLocks noChangeShapeType="1"/>
            </p:cNvSpPr>
            <p:nvPr/>
          </p:nvSpPr>
          <p:spPr bwMode="auto">
            <a:xfrm>
              <a:off x="1910856" y="1780078"/>
              <a:ext cx="38893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274"/>
            <p:cNvSpPr>
              <a:spLocks noChangeArrowheads="1"/>
            </p:cNvSpPr>
            <p:nvPr/>
          </p:nvSpPr>
          <p:spPr bwMode="auto">
            <a:xfrm>
              <a:off x="1407619" y="1821353"/>
              <a:ext cx="115888" cy="1238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275"/>
            <p:cNvSpPr>
              <a:spLocks noChangeShapeType="1"/>
            </p:cNvSpPr>
            <p:nvPr/>
          </p:nvSpPr>
          <p:spPr bwMode="auto">
            <a:xfrm flipH="1">
              <a:off x="999631" y="1883266"/>
              <a:ext cx="407988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Rectangle 276"/>
            <p:cNvSpPr>
              <a:spLocks noChangeArrowheads="1"/>
            </p:cNvSpPr>
            <p:nvPr/>
          </p:nvSpPr>
          <p:spPr bwMode="auto">
            <a:xfrm>
              <a:off x="1601294" y="1697528"/>
              <a:ext cx="2714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400" b="0" i="0" u="none" strike="noStrike" cap="none" normalizeH="0" baseline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&amp;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277"/>
            <p:cNvSpPr>
              <a:spLocks noChangeShapeType="1"/>
            </p:cNvSpPr>
            <p:nvPr/>
          </p:nvSpPr>
          <p:spPr bwMode="auto">
            <a:xfrm>
              <a:off x="2299794" y="1780078"/>
              <a:ext cx="776288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Line 278"/>
            <p:cNvSpPr>
              <a:spLocks noChangeShapeType="1"/>
            </p:cNvSpPr>
            <p:nvPr/>
          </p:nvSpPr>
          <p:spPr bwMode="auto">
            <a:xfrm flipV="1">
              <a:off x="3076081" y="1780078"/>
              <a:ext cx="0" cy="227013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9"/>
            <p:cNvSpPr/>
            <p:nvPr/>
          </p:nvSpPr>
          <p:spPr bwMode="auto">
            <a:xfrm>
              <a:off x="999631" y="1883267"/>
              <a:ext cx="371969" cy="1358900"/>
            </a:xfrm>
            <a:custGeom>
              <a:avLst/>
              <a:gdLst>
                <a:gd name="T0" fmla="*/ 0 w 159"/>
                <a:gd name="T1" fmla="*/ 0 h 843"/>
                <a:gd name="T2" fmla="*/ 0 w 159"/>
                <a:gd name="T3" fmla="*/ 843 h 843"/>
                <a:gd name="T4" fmla="*/ 159 w 159"/>
                <a:gd name="T5" fmla="*/ 843 h 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9" h="843">
                  <a:moveTo>
                    <a:pt x="0" y="0"/>
                  </a:moveTo>
                  <a:lnTo>
                    <a:pt x="0" y="843"/>
                  </a:lnTo>
                  <a:lnTo>
                    <a:pt x="159" y="843"/>
                  </a:lnTo>
                </a:path>
              </a:pathLst>
            </a:custGeom>
            <a:noFill/>
            <a:ln w="19050">
              <a:solidFill>
                <a:srgbClr val="0000FF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Rectangle 280"/>
            <p:cNvSpPr>
              <a:spLocks noChangeArrowheads="1"/>
            </p:cNvSpPr>
            <p:nvPr/>
          </p:nvSpPr>
          <p:spPr bwMode="auto">
            <a:xfrm>
              <a:off x="4530231" y="3133119"/>
              <a:ext cx="261290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600" b="0" i="1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0" name="Rectangle 8"/>
            <p:cNvSpPr>
              <a:spLocks noChangeArrowheads="1"/>
            </p:cNvSpPr>
            <p:nvPr/>
          </p:nvSpPr>
          <p:spPr bwMode="auto">
            <a:xfrm>
              <a:off x="4495128" y="2434714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" name="Rectangle 8"/>
            <p:cNvSpPr>
              <a:spLocks noChangeArrowheads="1"/>
            </p:cNvSpPr>
            <p:nvPr/>
          </p:nvSpPr>
          <p:spPr bwMode="auto">
            <a:xfrm>
              <a:off x="4513862" y="2740099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2" name="Rectangle 8"/>
            <p:cNvSpPr>
              <a:spLocks noChangeArrowheads="1"/>
            </p:cNvSpPr>
            <p:nvPr/>
          </p:nvSpPr>
          <p:spPr bwMode="auto">
            <a:xfrm>
              <a:off x="1065746" y="2749625"/>
              <a:ext cx="29639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chemeClr val="tx2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>
              <a:lvl1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tabLst>
                  <a:tab pos="3181350" algn="l"/>
                </a:tabLs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3181350" algn="l"/>
                </a:tabLst>
                <a:defRPr/>
              </a:pPr>
              <a:r>
                <a:rPr kumimoji="1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kumimoji="1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6637995" y="1671736"/>
            <a:ext cx="2088000" cy="3016576"/>
            <a:chOff x="5653745" y="1692691"/>
            <a:chExt cx="2088000" cy="3016576"/>
          </a:xfrm>
        </p:grpSpPr>
        <p:sp>
          <p:nvSpPr>
            <p:cNvPr id="64" name="Rectangle 19"/>
            <p:cNvSpPr>
              <a:spLocks noChangeArrowheads="1"/>
            </p:cNvSpPr>
            <p:nvPr/>
          </p:nvSpPr>
          <p:spPr bwMode="auto">
            <a:xfrm>
              <a:off x="5706134" y="1737141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序号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21"/>
            <p:cNvSpPr>
              <a:spLocks noChangeArrowheads="1"/>
            </p:cNvSpPr>
            <p:nvPr/>
          </p:nvSpPr>
          <p:spPr bwMode="auto">
            <a:xfrm>
              <a:off x="6466546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Rectangle 22"/>
            <p:cNvSpPr>
              <a:spLocks noChangeArrowheads="1"/>
            </p:cNvSpPr>
            <p:nvPr/>
          </p:nvSpPr>
          <p:spPr bwMode="auto">
            <a:xfrm>
              <a:off x="6637997" y="1827628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Rectangle 23"/>
            <p:cNvSpPr>
              <a:spLocks noChangeArrowheads="1"/>
            </p:cNvSpPr>
            <p:nvPr/>
          </p:nvSpPr>
          <p:spPr bwMode="auto">
            <a:xfrm>
              <a:off x="6790396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Rectangle 24"/>
            <p:cNvSpPr>
              <a:spLocks noChangeArrowheads="1"/>
            </p:cNvSpPr>
            <p:nvPr/>
          </p:nvSpPr>
          <p:spPr bwMode="auto">
            <a:xfrm>
              <a:off x="6928509" y="1827628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25"/>
            <p:cNvSpPr>
              <a:spLocks noChangeArrowheads="1"/>
            </p:cNvSpPr>
            <p:nvPr/>
          </p:nvSpPr>
          <p:spPr bwMode="auto">
            <a:xfrm>
              <a:off x="7080909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26"/>
            <p:cNvSpPr>
              <a:spLocks noChangeArrowheads="1"/>
            </p:cNvSpPr>
            <p:nvPr/>
          </p:nvSpPr>
          <p:spPr bwMode="auto">
            <a:xfrm>
              <a:off x="7258709" y="1827628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44"/>
            <p:cNvSpPr>
              <a:spLocks noChangeArrowheads="1"/>
            </p:cNvSpPr>
            <p:nvPr/>
          </p:nvSpPr>
          <p:spPr bwMode="auto">
            <a:xfrm>
              <a:off x="5995059" y="2231057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46"/>
            <p:cNvSpPr>
              <a:spLocks noChangeArrowheads="1"/>
            </p:cNvSpPr>
            <p:nvPr/>
          </p:nvSpPr>
          <p:spPr bwMode="auto">
            <a:xfrm>
              <a:off x="5995059" y="2531494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48"/>
            <p:cNvSpPr>
              <a:spLocks noChangeArrowheads="1"/>
            </p:cNvSpPr>
            <p:nvPr/>
          </p:nvSpPr>
          <p:spPr bwMode="auto">
            <a:xfrm>
              <a:off x="5995059" y="2831931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Rectangle 56"/>
            <p:cNvSpPr>
              <a:spLocks noChangeArrowheads="1"/>
            </p:cNvSpPr>
            <p:nvPr/>
          </p:nvSpPr>
          <p:spPr bwMode="auto">
            <a:xfrm>
              <a:off x="6476070" y="2231057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0011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Rectangle 58"/>
            <p:cNvSpPr>
              <a:spLocks noChangeArrowheads="1"/>
            </p:cNvSpPr>
            <p:nvPr/>
          </p:nvSpPr>
          <p:spPr bwMode="auto">
            <a:xfrm>
              <a:off x="6476070" y="2531494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60"/>
            <p:cNvSpPr>
              <a:spLocks noChangeArrowheads="1"/>
            </p:cNvSpPr>
            <p:nvPr/>
          </p:nvSpPr>
          <p:spPr bwMode="auto">
            <a:xfrm>
              <a:off x="6476070" y="283193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Line 156"/>
            <p:cNvSpPr>
              <a:spLocks noChangeShapeType="1"/>
            </p:cNvSpPr>
            <p:nvPr/>
          </p:nvSpPr>
          <p:spPr bwMode="auto">
            <a:xfrm>
              <a:off x="5653745" y="171332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Line 157"/>
            <p:cNvSpPr>
              <a:spLocks noChangeShapeType="1"/>
            </p:cNvSpPr>
            <p:nvPr/>
          </p:nvSpPr>
          <p:spPr bwMode="auto">
            <a:xfrm>
              <a:off x="5653745" y="2130188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Line 159"/>
            <p:cNvSpPr>
              <a:spLocks noChangeShapeType="1"/>
            </p:cNvSpPr>
            <p:nvPr/>
          </p:nvSpPr>
          <p:spPr bwMode="auto">
            <a:xfrm>
              <a:off x="5653745" y="4688896"/>
              <a:ext cx="2088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Line 160"/>
            <p:cNvSpPr>
              <a:spLocks noChangeShapeType="1"/>
            </p:cNvSpPr>
            <p:nvPr/>
          </p:nvSpPr>
          <p:spPr bwMode="auto">
            <a:xfrm>
              <a:off x="6285571" y="1721267"/>
              <a:ext cx="0" cy="2988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Rectangle 23"/>
            <p:cNvSpPr>
              <a:spLocks noChangeArrowheads="1"/>
            </p:cNvSpPr>
            <p:nvPr/>
          </p:nvSpPr>
          <p:spPr bwMode="auto">
            <a:xfrm>
              <a:off x="7372214" y="169269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Rectangle 24"/>
            <p:cNvSpPr>
              <a:spLocks noChangeArrowheads="1"/>
            </p:cNvSpPr>
            <p:nvPr/>
          </p:nvSpPr>
          <p:spPr bwMode="auto">
            <a:xfrm>
              <a:off x="7535727" y="1827628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    </a:t>
              </a:r>
              <a:endPara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Rectangle 60"/>
            <p:cNvSpPr>
              <a:spLocks noChangeArrowheads="1"/>
            </p:cNvSpPr>
            <p:nvPr/>
          </p:nvSpPr>
          <p:spPr bwMode="auto">
            <a:xfrm>
              <a:off x="6476070" y="3132368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Rectangle 60"/>
            <p:cNvSpPr>
              <a:spLocks noChangeArrowheads="1"/>
            </p:cNvSpPr>
            <p:nvPr/>
          </p:nvSpPr>
          <p:spPr bwMode="auto">
            <a:xfrm>
              <a:off x="6476070" y="3432805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60"/>
            <p:cNvSpPr>
              <a:spLocks noChangeArrowheads="1"/>
            </p:cNvSpPr>
            <p:nvPr/>
          </p:nvSpPr>
          <p:spPr bwMode="auto">
            <a:xfrm>
              <a:off x="6476070" y="3733242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Rectangle 60"/>
            <p:cNvSpPr>
              <a:spLocks noChangeArrowheads="1"/>
            </p:cNvSpPr>
            <p:nvPr/>
          </p:nvSpPr>
          <p:spPr bwMode="auto">
            <a:xfrm>
              <a:off x="6476070" y="4033679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1001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Rectangle 60"/>
            <p:cNvSpPr>
              <a:spLocks noChangeArrowheads="1"/>
            </p:cNvSpPr>
            <p:nvPr/>
          </p:nvSpPr>
          <p:spPr bwMode="auto">
            <a:xfrm>
              <a:off x="6476070" y="4334111"/>
              <a:ext cx="111600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dist"/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1010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Rectangle 48"/>
            <p:cNvSpPr>
              <a:spLocks noChangeArrowheads="1"/>
            </p:cNvSpPr>
            <p:nvPr/>
          </p:nvSpPr>
          <p:spPr bwMode="auto">
            <a:xfrm>
              <a:off x="5995059" y="313236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Rectangle 48"/>
            <p:cNvSpPr>
              <a:spLocks noChangeArrowheads="1"/>
            </p:cNvSpPr>
            <p:nvPr/>
          </p:nvSpPr>
          <p:spPr bwMode="auto">
            <a:xfrm>
              <a:off x="6004584" y="3432805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48"/>
            <p:cNvSpPr>
              <a:spLocks noChangeArrowheads="1"/>
            </p:cNvSpPr>
            <p:nvPr/>
          </p:nvSpPr>
          <p:spPr bwMode="auto">
            <a:xfrm>
              <a:off x="5995059" y="3733242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48"/>
            <p:cNvSpPr>
              <a:spLocks noChangeArrowheads="1"/>
            </p:cNvSpPr>
            <p:nvPr/>
          </p:nvSpPr>
          <p:spPr bwMode="auto">
            <a:xfrm>
              <a:off x="5995059" y="4033678"/>
              <a:ext cx="115416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Rectangle 48"/>
            <p:cNvSpPr>
              <a:spLocks noChangeArrowheads="1"/>
            </p:cNvSpPr>
            <p:nvPr/>
          </p:nvSpPr>
          <p:spPr bwMode="auto">
            <a:xfrm>
              <a:off x="5995059" y="4334111"/>
              <a:ext cx="2905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baseline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93" name="直接连接符 92"/>
          <p:cNvCxnSpPr/>
          <p:nvPr/>
        </p:nvCxnSpPr>
        <p:spPr>
          <a:xfrm>
            <a:off x="8620783" y="4443322"/>
            <a:ext cx="5064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/>
        </p:nvCxnSpPr>
        <p:spPr>
          <a:xfrm>
            <a:off x="9120687" y="2348601"/>
            <a:ext cx="0" cy="209472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8624751" y="2354967"/>
            <a:ext cx="506413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4"/>
          <p:cNvSpPr>
            <a:spLocks noChangeArrowheads="1"/>
          </p:cNvSpPr>
          <p:nvPr/>
        </p:nvSpPr>
        <p:spPr bwMode="auto">
          <a:xfrm>
            <a:off x="9284707" y="4190045"/>
            <a:ext cx="121058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起跳状态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7" name="Rectangle 4"/>
          <p:cNvSpPr>
            <a:spLocks noChangeArrowheads="1"/>
          </p:cNvSpPr>
          <p:nvPr/>
        </p:nvSpPr>
        <p:spPr bwMode="auto">
          <a:xfrm>
            <a:off x="10497570" y="4190045"/>
            <a:ext cx="11993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反馈状态</a:t>
            </a:r>
            <a:endParaRPr kumimoji="1"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bldLvl="0" animBg="1"/>
      <p:bldP spid="9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Text Box 44"/>
          <p:cNvSpPr txBox="1">
            <a:spLocks noChangeArrowheads="1"/>
          </p:cNvSpPr>
          <p:nvPr/>
        </p:nvSpPr>
        <p:spPr bwMode="auto">
          <a:xfrm>
            <a:off x="318990" y="328613"/>
            <a:ext cx="8767762" cy="59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写出下图电路的状态转移表并求出模长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509049" y="1348886"/>
            <a:ext cx="6209662" cy="3514725"/>
            <a:chOff x="1592263" y="1419225"/>
            <a:chExt cx="6209662" cy="3514725"/>
          </a:xfrm>
        </p:grpSpPr>
        <p:sp>
          <p:nvSpPr>
            <p:cNvPr id="5" name="Rectangle 63"/>
            <p:cNvSpPr>
              <a:spLocks noChangeArrowheads="1"/>
            </p:cNvSpPr>
            <p:nvPr/>
          </p:nvSpPr>
          <p:spPr bwMode="auto">
            <a:xfrm>
              <a:off x="3430588" y="2716213"/>
              <a:ext cx="3243263" cy="1431924"/>
            </a:xfrm>
            <a:prstGeom prst="rect">
              <a:avLst/>
            </a:prstGeom>
            <a:noFill/>
            <a:ln w="26988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auto">
            <a:xfrm>
              <a:off x="6673851" y="3392488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Rectangle 65"/>
            <p:cNvSpPr>
              <a:spLocks noChangeArrowheads="1"/>
            </p:cNvSpPr>
            <p:nvPr/>
          </p:nvSpPr>
          <p:spPr bwMode="auto">
            <a:xfrm>
              <a:off x="6296026" y="3257550"/>
              <a:ext cx="215900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T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Line 66"/>
            <p:cNvSpPr>
              <a:spLocks noChangeShapeType="1"/>
            </p:cNvSpPr>
            <p:nvPr/>
          </p:nvSpPr>
          <p:spPr bwMode="auto">
            <a:xfrm>
              <a:off x="6673851" y="2987675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Rectangle 67"/>
            <p:cNvSpPr>
              <a:spLocks noChangeArrowheads="1"/>
            </p:cNvSpPr>
            <p:nvPr/>
          </p:nvSpPr>
          <p:spPr bwMode="auto">
            <a:xfrm>
              <a:off x="6296026" y="2852738"/>
              <a:ext cx="215900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Oval 68"/>
            <p:cNvSpPr>
              <a:spLocks noChangeArrowheads="1"/>
            </p:cNvSpPr>
            <p:nvPr/>
          </p:nvSpPr>
          <p:spPr bwMode="auto">
            <a:xfrm>
              <a:off x="3267076" y="3716338"/>
              <a:ext cx="163513" cy="1619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69"/>
            <p:cNvSpPr>
              <a:spLocks noChangeShapeType="1"/>
            </p:cNvSpPr>
            <p:nvPr/>
          </p:nvSpPr>
          <p:spPr bwMode="auto">
            <a:xfrm flipH="1">
              <a:off x="2889251" y="3797300"/>
              <a:ext cx="377825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Rectangle 70"/>
            <p:cNvSpPr>
              <a:spLocks noChangeArrowheads="1"/>
            </p:cNvSpPr>
            <p:nvPr/>
          </p:nvSpPr>
          <p:spPr bwMode="auto">
            <a:xfrm>
              <a:off x="3592513" y="3663950"/>
              <a:ext cx="359073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L</a:t>
              </a:r>
              <a:r>
                <a:rPr kumimoji="0" lang="en-US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Line 71"/>
            <p:cNvSpPr>
              <a:spLocks noChangeShapeType="1"/>
            </p:cNvSpPr>
            <p:nvPr/>
          </p:nvSpPr>
          <p:spPr bwMode="auto">
            <a:xfrm>
              <a:off x="6673851" y="3797300"/>
              <a:ext cx="539750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72"/>
            <p:cNvSpPr>
              <a:spLocks noChangeShapeType="1"/>
            </p:cNvSpPr>
            <p:nvPr/>
          </p:nvSpPr>
          <p:spPr bwMode="auto">
            <a:xfrm flipV="1">
              <a:off x="4240213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73"/>
            <p:cNvSpPr>
              <a:spLocks noChangeShapeType="1"/>
            </p:cNvSpPr>
            <p:nvPr/>
          </p:nvSpPr>
          <p:spPr bwMode="auto">
            <a:xfrm flipH="1">
              <a:off x="2889251" y="2987675"/>
              <a:ext cx="541338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Rectangle 74"/>
            <p:cNvSpPr>
              <a:spLocks noChangeArrowheads="1"/>
            </p:cNvSpPr>
            <p:nvPr/>
          </p:nvSpPr>
          <p:spPr bwMode="auto">
            <a:xfrm>
              <a:off x="3592513" y="2852738"/>
              <a:ext cx="373500" cy="323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CO</a:t>
              </a:r>
              <a:endPara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Line 75"/>
            <p:cNvSpPr>
              <a:spLocks noChangeShapeType="1"/>
            </p:cNvSpPr>
            <p:nvPr/>
          </p:nvSpPr>
          <p:spPr bwMode="auto">
            <a:xfrm flipV="1">
              <a:off x="4781551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76"/>
            <p:cNvSpPr>
              <a:spLocks noChangeShapeType="1"/>
            </p:cNvSpPr>
            <p:nvPr/>
          </p:nvSpPr>
          <p:spPr bwMode="auto">
            <a:xfrm flipV="1">
              <a:off x="5321301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77"/>
            <p:cNvSpPr>
              <a:spLocks noChangeShapeType="1"/>
            </p:cNvSpPr>
            <p:nvPr/>
          </p:nvSpPr>
          <p:spPr bwMode="auto">
            <a:xfrm flipV="1">
              <a:off x="5862638" y="2176463"/>
              <a:ext cx="0" cy="53975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78"/>
            <p:cNvSpPr>
              <a:spLocks noChangeShapeType="1"/>
            </p:cNvSpPr>
            <p:nvPr/>
          </p:nvSpPr>
          <p:spPr bwMode="auto">
            <a:xfrm>
              <a:off x="4240213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79"/>
            <p:cNvSpPr>
              <a:spLocks noChangeShapeType="1"/>
            </p:cNvSpPr>
            <p:nvPr/>
          </p:nvSpPr>
          <p:spPr bwMode="auto">
            <a:xfrm>
              <a:off x="4781551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80"/>
            <p:cNvSpPr>
              <a:spLocks noChangeShapeType="1"/>
            </p:cNvSpPr>
            <p:nvPr/>
          </p:nvSpPr>
          <p:spPr bwMode="auto">
            <a:xfrm>
              <a:off x="5321301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81"/>
            <p:cNvSpPr>
              <a:spLocks noChangeShapeType="1"/>
            </p:cNvSpPr>
            <p:nvPr/>
          </p:nvSpPr>
          <p:spPr bwMode="auto">
            <a:xfrm>
              <a:off x="5862638" y="4148137"/>
              <a:ext cx="0" cy="460376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Rectangle 82"/>
            <p:cNvSpPr>
              <a:spLocks noChangeArrowheads="1"/>
            </p:cNvSpPr>
            <p:nvPr/>
          </p:nvSpPr>
          <p:spPr bwMode="auto">
            <a:xfrm>
              <a:off x="4700588" y="3230563"/>
              <a:ext cx="784225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74161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83"/>
            <p:cNvSpPr>
              <a:spLocks noChangeArrowheads="1"/>
            </p:cNvSpPr>
            <p:nvPr/>
          </p:nvSpPr>
          <p:spPr bwMode="auto">
            <a:xfrm>
              <a:off x="4132263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86"/>
            <p:cNvSpPr>
              <a:spLocks noChangeArrowheads="1"/>
            </p:cNvSpPr>
            <p:nvPr/>
          </p:nvSpPr>
          <p:spPr bwMode="auto">
            <a:xfrm>
              <a:off x="4349751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87"/>
            <p:cNvSpPr>
              <a:spLocks noChangeArrowheads="1"/>
            </p:cNvSpPr>
            <p:nvPr/>
          </p:nvSpPr>
          <p:spPr bwMode="auto">
            <a:xfrm>
              <a:off x="4889501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88"/>
            <p:cNvSpPr>
              <a:spLocks noChangeArrowheads="1"/>
            </p:cNvSpPr>
            <p:nvPr/>
          </p:nvSpPr>
          <p:spPr bwMode="auto">
            <a:xfrm>
              <a:off x="5430838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89"/>
            <p:cNvSpPr>
              <a:spLocks noChangeArrowheads="1"/>
            </p:cNvSpPr>
            <p:nvPr/>
          </p:nvSpPr>
          <p:spPr bwMode="auto">
            <a:xfrm>
              <a:off x="5970588" y="2906713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90"/>
            <p:cNvSpPr>
              <a:spLocks noChangeArrowheads="1"/>
            </p:cNvSpPr>
            <p:nvPr/>
          </p:nvSpPr>
          <p:spPr bwMode="auto">
            <a:xfrm>
              <a:off x="4673601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91"/>
            <p:cNvSpPr>
              <a:spLocks noChangeArrowheads="1"/>
            </p:cNvSpPr>
            <p:nvPr/>
          </p:nvSpPr>
          <p:spPr bwMode="auto">
            <a:xfrm>
              <a:off x="5213351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92"/>
            <p:cNvSpPr>
              <a:spLocks noChangeArrowheads="1"/>
            </p:cNvSpPr>
            <p:nvPr/>
          </p:nvSpPr>
          <p:spPr bwMode="auto">
            <a:xfrm>
              <a:off x="5754688" y="2798763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Q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93"/>
            <p:cNvSpPr>
              <a:spLocks noChangeArrowheads="1"/>
            </p:cNvSpPr>
            <p:nvPr/>
          </p:nvSpPr>
          <p:spPr bwMode="auto">
            <a:xfrm>
              <a:off x="4132263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94"/>
            <p:cNvSpPr>
              <a:spLocks noChangeArrowheads="1"/>
            </p:cNvSpPr>
            <p:nvPr/>
          </p:nvSpPr>
          <p:spPr bwMode="auto">
            <a:xfrm>
              <a:off x="4349751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95"/>
            <p:cNvSpPr>
              <a:spLocks noChangeArrowheads="1"/>
            </p:cNvSpPr>
            <p:nvPr/>
          </p:nvSpPr>
          <p:spPr bwMode="auto">
            <a:xfrm>
              <a:off x="4889501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96"/>
            <p:cNvSpPr>
              <a:spLocks noChangeArrowheads="1"/>
            </p:cNvSpPr>
            <p:nvPr/>
          </p:nvSpPr>
          <p:spPr bwMode="auto">
            <a:xfrm>
              <a:off x="5430838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97"/>
            <p:cNvSpPr>
              <a:spLocks noChangeArrowheads="1"/>
            </p:cNvSpPr>
            <p:nvPr/>
          </p:nvSpPr>
          <p:spPr bwMode="auto">
            <a:xfrm>
              <a:off x="5970588" y="3798888"/>
              <a:ext cx="188913" cy="296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0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98"/>
            <p:cNvSpPr>
              <a:spLocks noChangeArrowheads="1"/>
            </p:cNvSpPr>
            <p:nvPr/>
          </p:nvSpPr>
          <p:spPr bwMode="auto">
            <a:xfrm>
              <a:off x="4673601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99"/>
            <p:cNvSpPr>
              <a:spLocks noChangeArrowheads="1"/>
            </p:cNvSpPr>
            <p:nvPr/>
          </p:nvSpPr>
          <p:spPr bwMode="auto">
            <a:xfrm>
              <a:off x="5213351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100"/>
            <p:cNvSpPr>
              <a:spLocks noChangeArrowheads="1"/>
            </p:cNvSpPr>
            <p:nvPr/>
          </p:nvSpPr>
          <p:spPr bwMode="auto">
            <a:xfrm>
              <a:off x="5754688" y="3717925"/>
              <a:ext cx="24288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3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D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Oval 101"/>
            <p:cNvSpPr>
              <a:spLocks noChangeArrowheads="1"/>
            </p:cNvSpPr>
            <p:nvPr/>
          </p:nvSpPr>
          <p:spPr bwMode="auto">
            <a:xfrm>
              <a:off x="3267076" y="3311525"/>
              <a:ext cx="163513" cy="161925"/>
            </a:xfrm>
            <a:prstGeom prst="ellipse">
              <a:avLst/>
            </a:prstGeom>
            <a:noFill/>
            <a:ln w="0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Line 102"/>
            <p:cNvSpPr>
              <a:spLocks noChangeShapeType="1"/>
            </p:cNvSpPr>
            <p:nvPr/>
          </p:nvSpPr>
          <p:spPr bwMode="auto">
            <a:xfrm flipH="1">
              <a:off x="2889251" y="3392488"/>
              <a:ext cx="377825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103"/>
            <p:cNvSpPr>
              <a:spLocks noChangeArrowheads="1"/>
            </p:cNvSpPr>
            <p:nvPr/>
          </p:nvSpPr>
          <p:spPr bwMode="auto">
            <a:xfrm>
              <a:off x="3592513" y="3257550"/>
              <a:ext cx="35083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CR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Freeform 104"/>
            <p:cNvSpPr/>
            <p:nvPr/>
          </p:nvSpPr>
          <p:spPr bwMode="auto">
            <a:xfrm>
              <a:off x="6554153" y="3662363"/>
              <a:ext cx="107950" cy="271463"/>
            </a:xfrm>
            <a:custGeom>
              <a:avLst/>
              <a:gdLst>
                <a:gd name="T0" fmla="*/ 68 w 68"/>
                <a:gd name="T1" fmla="*/ 171 h 171"/>
                <a:gd name="T2" fmla="*/ 0 w 68"/>
                <a:gd name="T3" fmla="*/ 85 h 171"/>
                <a:gd name="T4" fmla="*/ 68 w 68"/>
                <a:gd name="T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71">
                  <a:moveTo>
                    <a:pt x="68" y="171"/>
                  </a:moveTo>
                  <a:lnTo>
                    <a:pt x="0" y="85"/>
                  </a:lnTo>
                  <a:lnTo>
                    <a:pt x="68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Line 105"/>
            <p:cNvSpPr>
              <a:spLocks noChangeShapeType="1"/>
            </p:cNvSpPr>
            <p:nvPr/>
          </p:nvSpPr>
          <p:spPr bwMode="auto">
            <a:xfrm>
              <a:off x="3592513" y="3268663"/>
              <a:ext cx="350837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Line 106"/>
            <p:cNvSpPr>
              <a:spLocks noChangeShapeType="1"/>
            </p:cNvSpPr>
            <p:nvPr/>
          </p:nvSpPr>
          <p:spPr bwMode="auto">
            <a:xfrm>
              <a:off x="3592513" y="3673475"/>
              <a:ext cx="350838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Rectangle 107"/>
            <p:cNvSpPr>
              <a:spLocks noChangeArrowheads="1"/>
            </p:cNvSpPr>
            <p:nvPr/>
          </p:nvSpPr>
          <p:spPr bwMode="auto">
            <a:xfrm>
              <a:off x="6132513" y="3663950"/>
              <a:ext cx="350838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1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Freeform 108"/>
            <p:cNvSpPr/>
            <p:nvPr/>
          </p:nvSpPr>
          <p:spPr bwMode="auto">
            <a:xfrm>
              <a:off x="2295526" y="3257550"/>
              <a:ext cx="431800" cy="269875"/>
            </a:xfrm>
            <a:custGeom>
              <a:avLst/>
              <a:gdLst>
                <a:gd name="T0" fmla="*/ 0 w 272"/>
                <a:gd name="T1" fmla="*/ 0 h 170"/>
                <a:gd name="T2" fmla="*/ 102 w 272"/>
                <a:gd name="T3" fmla="*/ 0 h 170"/>
                <a:gd name="T4" fmla="*/ 102 w 272"/>
                <a:gd name="T5" fmla="*/ 170 h 170"/>
                <a:gd name="T6" fmla="*/ 204 w 272"/>
                <a:gd name="T7" fmla="*/ 170 h 170"/>
                <a:gd name="T8" fmla="*/ 204 w 272"/>
                <a:gd name="T9" fmla="*/ 0 h 170"/>
                <a:gd name="T10" fmla="*/ 272 w 272"/>
                <a:gd name="T11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2" h="170">
                  <a:moveTo>
                    <a:pt x="0" y="0"/>
                  </a:moveTo>
                  <a:lnTo>
                    <a:pt x="102" y="0"/>
                  </a:lnTo>
                  <a:lnTo>
                    <a:pt x="102" y="170"/>
                  </a:lnTo>
                  <a:lnTo>
                    <a:pt x="204" y="170"/>
                  </a:lnTo>
                  <a:lnTo>
                    <a:pt x="204" y="0"/>
                  </a:lnTo>
                  <a:lnTo>
                    <a:pt x="272" y="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109"/>
            <p:cNvSpPr/>
            <p:nvPr/>
          </p:nvSpPr>
          <p:spPr bwMode="auto">
            <a:xfrm>
              <a:off x="2078038" y="1905000"/>
              <a:ext cx="3243263" cy="1892300"/>
            </a:xfrm>
            <a:custGeom>
              <a:avLst/>
              <a:gdLst>
                <a:gd name="T0" fmla="*/ 511 w 2043"/>
                <a:gd name="T1" fmla="*/ 1192 h 1192"/>
                <a:gd name="T2" fmla="*/ 0 w 2043"/>
                <a:gd name="T3" fmla="*/ 1192 h 1192"/>
                <a:gd name="T4" fmla="*/ 0 w 2043"/>
                <a:gd name="T5" fmla="*/ 0 h 1192"/>
                <a:gd name="T6" fmla="*/ 2043 w 2043"/>
                <a:gd name="T7" fmla="*/ 0 h 1192"/>
                <a:gd name="T8" fmla="*/ 2043 w 2043"/>
                <a:gd name="T9" fmla="*/ 171 h 1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3" h="1192">
                  <a:moveTo>
                    <a:pt x="511" y="1192"/>
                  </a:moveTo>
                  <a:lnTo>
                    <a:pt x="0" y="1192"/>
                  </a:lnTo>
                  <a:lnTo>
                    <a:pt x="0" y="0"/>
                  </a:lnTo>
                  <a:lnTo>
                    <a:pt x="2043" y="0"/>
                  </a:lnTo>
                  <a:lnTo>
                    <a:pt x="2043" y="171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110"/>
            <p:cNvSpPr/>
            <p:nvPr/>
          </p:nvSpPr>
          <p:spPr bwMode="auto">
            <a:xfrm>
              <a:off x="1862138" y="1689100"/>
              <a:ext cx="2919413" cy="3000375"/>
            </a:xfrm>
            <a:custGeom>
              <a:avLst/>
              <a:gdLst>
                <a:gd name="T0" fmla="*/ 1839 w 1839"/>
                <a:gd name="T1" fmla="*/ 307 h 1890"/>
                <a:gd name="T2" fmla="*/ 1839 w 1839"/>
                <a:gd name="T3" fmla="*/ 0 h 1890"/>
                <a:gd name="T4" fmla="*/ 0 w 1839"/>
                <a:gd name="T5" fmla="*/ 0 h 1890"/>
                <a:gd name="T6" fmla="*/ 0 w 1839"/>
                <a:gd name="T7" fmla="*/ 1890 h 1890"/>
                <a:gd name="T8" fmla="*/ 1839 w 1839"/>
                <a:gd name="T9" fmla="*/ 1890 h 1890"/>
                <a:gd name="T10" fmla="*/ 1839 w 1839"/>
                <a:gd name="T11" fmla="*/ 1839 h 1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39" h="1890">
                  <a:moveTo>
                    <a:pt x="1839" y="307"/>
                  </a:moveTo>
                  <a:lnTo>
                    <a:pt x="1839" y="0"/>
                  </a:lnTo>
                  <a:lnTo>
                    <a:pt x="0" y="0"/>
                  </a:lnTo>
                  <a:lnTo>
                    <a:pt x="0" y="1890"/>
                  </a:lnTo>
                  <a:lnTo>
                    <a:pt x="1839" y="1890"/>
                  </a:lnTo>
                  <a:lnTo>
                    <a:pt x="1839" y="1839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111"/>
            <p:cNvSpPr/>
            <p:nvPr/>
          </p:nvSpPr>
          <p:spPr bwMode="auto">
            <a:xfrm>
              <a:off x="1592263" y="1419225"/>
              <a:ext cx="2647950" cy="3514725"/>
            </a:xfrm>
            <a:custGeom>
              <a:avLst/>
              <a:gdLst>
                <a:gd name="T0" fmla="*/ 1668 w 1668"/>
                <a:gd name="T1" fmla="*/ 477 h 2214"/>
                <a:gd name="T2" fmla="*/ 1668 w 1668"/>
                <a:gd name="T3" fmla="*/ 0 h 2214"/>
                <a:gd name="T4" fmla="*/ 0 w 1668"/>
                <a:gd name="T5" fmla="*/ 0 h 2214"/>
                <a:gd name="T6" fmla="*/ 0 w 1668"/>
                <a:gd name="T7" fmla="*/ 2214 h 2214"/>
                <a:gd name="T8" fmla="*/ 1668 w 1668"/>
                <a:gd name="T9" fmla="*/ 2214 h 2214"/>
                <a:gd name="T10" fmla="*/ 1668 w 1668"/>
                <a:gd name="T11" fmla="*/ 2009 h 22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8" h="2214">
                  <a:moveTo>
                    <a:pt x="1668" y="477"/>
                  </a:moveTo>
                  <a:lnTo>
                    <a:pt x="1668" y="0"/>
                  </a:lnTo>
                  <a:lnTo>
                    <a:pt x="0" y="0"/>
                  </a:lnTo>
                  <a:lnTo>
                    <a:pt x="0" y="2214"/>
                  </a:lnTo>
                  <a:lnTo>
                    <a:pt x="1668" y="2214"/>
                  </a:lnTo>
                  <a:lnTo>
                    <a:pt x="1668" y="2009"/>
                  </a:lnTo>
                </a:path>
              </a:pathLst>
            </a:cu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Line 112"/>
            <p:cNvSpPr>
              <a:spLocks noChangeShapeType="1"/>
            </p:cNvSpPr>
            <p:nvPr/>
          </p:nvSpPr>
          <p:spPr bwMode="auto">
            <a:xfrm>
              <a:off x="5321301" y="4608513"/>
              <a:ext cx="1082675" cy="0"/>
            </a:xfrm>
            <a:prstGeom prst="line">
              <a:avLst/>
            </a:pr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Oval 113"/>
            <p:cNvSpPr>
              <a:spLocks noChangeArrowheads="1"/>
            </p:cNvSpPr>
            <p:nvPr/>
          </p:nvSpPr>
          <p:spPr bwMode="auto">
            <a:xfrm>
              <a:off x="5808663" y="4554538"/>
              <a:ext cx="107950" cy="107950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114"/>
            <p:cNvSpPr>
              <a:spLocks noChangeShapeType="1"/>
            </p:cNvSpPr>
            <p:nvPr/>
          </p:nvSpPr>
          <p:spPr bwMode="auto">
            <a:xfrm flipV="1">
              <a:off x="7213601" y="2446338"/>
              <a:ext cx="0" cy="946150"/>
            </a:xfrm>
            <a:prstGeom prst="line">
              <a:avLst/>
            </a:prstGeom>
            <a:noFill/>
            <a:ln w="26988">
              <a:solidFill>
                <a:srgbClr val="00008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Oval 115"/>
            <p:cNvSpPr>
              <a:spLocks noChangeArrowheads="1"/>
            </p:cNvSpPr>
            <p:nvPr/>
          </p:nvSpPr>
          <p:spPr bwMode="auto">
            <a:xfrm>
              <a:off x="7159626" y="2933700"/>
              <a:ext cx="107950" cy="107950"/>
            </a:xfrm>
            <a:prstGeom prst="ellipse">
              <a:avLst/>
            </a:prstGeom>
            <a:solidFill>
              <a:srgbClr val="800000"/>
            </a:solidFill>
            <a:ln w="0">
              <a:solidFill>
                <a:srgbClr val="8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Rectangle 116"/>
            <p:cNvSpPr>
              <a:spLocks noChangeArrowheads="1"/>
            </p:cNvSpPr>
            <p:nvPr/>
          </p:nvSpPr>
          <p:spPr bwMode="auto">
            <a:xfrm>
              <a:off x="7159626" y="1960563"/>
              <a:ext cx="242888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117"/>
            <p:cNvSpPr>
              <a:spLocks noChangeArrowheads="1"/>
            </p:cNvSpPr>
            <p:nvPr/>
          </p:nvSpPr>
          <p:spPr bwMode="auto">
            <a:xfrm>
              <a:off x="6592888" y="4419600"/>
              <a:ext cx="242888" cy="377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118"/>
            <p:cNvSpPr>
              <a:spLocks noChangeArrowheads="1"/>
            </p:cNvSpPr>
            <p:nvPr/>
          </p:nvSpPr>
          <p:spPr bwMode="auto">
            <a:xfrm>
              <a:off x="7375526" y="3609975"/>
              <a:ext cx="426399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26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CP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8692179" y="5336681"/>
            <a:ext cx="907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0"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=8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Group 567"/>
          <p:cNvGraphicFramePr>
            <a:graphicFrameLocks noGrp="1"/>
          </p:cNvGraphicFramePr>
          <p:nvPr/>
        </p:nvGraphicFramePr>
        <p:xfrm>
          <a:off x="6922501" y="1177690"/>
          <a:ext cx="4446978" cy="3962400"/>
        </p:xfrm>
        <a:graphic>
          <a:graphicData uri="http://schemas.openxmlformats.org/drawingml/2006/table">
            <a:tbl>
              <a:tblPr/>
              <a:tblGrid>
                <a:gridCol w="1246138"/>
                <a:gridCol w="640168"/>
                <a:gridCol w="640168"/>
                <a:gridCol w="640168"/>
                <a:gridCol w="640168"/>
                <a:gridCol w="640168"/>
              </a:tblGrid>
              <a:tr h="288925"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254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CP↓</a:t>
                      </a: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个数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483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165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4165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56388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175" indent="1905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25475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175" marR="0" lvl="0" indent="190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LD</a:t>
                      </a:r>
                      <a:endParaRPr kumimoji="0" lang="en-US" altLang="zh-CN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4572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9144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0000"/>
                        <a:buFont typeface="Wingdings" panose="05000000000000000000" pitchFamily="2" charset="2"/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716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90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828800" algn="l" defTabSz="914400" rtl="0" eaLnBrk="1" latinLnBrk="0" hangingPunct="1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2860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7432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2004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65760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5000"/>
                        <a:buFont typeface="Wingdings" panose="05000000000000000000" pitchFamily="2" charset="2"/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rgbClr val="003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Line 554"/>
          <p:cNvSpPr>
            <a:spLocks noChangeShapeType="1"/>
          </p:cNvSpPr>
          <p:nvPr/>
        </p:nvSpPr>
        <p:spPr bwMode="auto">
          <a:xfrm>
            <a:off x="10907125" y="1247051"/>
            <a:ext cx="338529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5" name="直接连接符 64"/>
          <p:cNvCxnSpPr/>
          <p:nvPr/>
        </p:nvCxnSpPr>
        <p:spPr>
          <a:xfrm>
            <a:off x="11179685" y="4529320"/>
            <a:ext cx="3240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11498614" y="1778389"/>
            <a:ext cx="0" cy="275093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>
            <a:off x="11179696" y="1778389"/>
            <a:ext cx="324000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4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35280" y="352043"/>
            <a:ext cx="11521440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862330" indent="-86233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11. </a:t>
            </a:r>
            <a:r>
              <a:rPr lang="zh-CN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写出</a:t>
            </a:r>
            <a:r>
              <a:rPr lang="zh-CN" altLang="en-US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下</a:t>
            </a:r>
            <a:r>
              <a:rPr lang="zh-CN" altLang="zh-CN" sz="28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图中74161输出端的状态编码表及74151输出端产生的序列信号。</a:t>
            </a:r>
            <a:endParaRPr lang="zh-CN" altLang="zh-CN" sz="28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0" t="55397" r="34077" b="28053"/>
          <a:stretch>
            <a:fillRect/>
          </a:stretch>
        </p:blipFill>
        <p:spPr bwMode="auto">
          <a:xfrm>
            <a:off x="1315549" y="1620837"/>
            <a:ext cx="8389937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"/>
          <p:cNvGraphicFramePr>
            <a:graphicFrameLocks noGrp="1"/>
          </p:cNvGraphicFramePr>
          <p:nvPr/>
        </p:nvGraphicFramePr>
        <p:xfrm>
          <a:off x="8333642" y="790607"/>
          <a:ext cx="2749550" cy="4222754"/>
        </p:xfrm>
        <a:graphic>
          <a:graphicData uri="http://schemas.openxmlformats.org/drawingml/2006/table">
            <a:tbl>
              <a:tblPr/>
              <a:tblGrid>
                <a:gridCol w="2444750"/>
                <a:gridCol w="304800"/>
              </a:tblGrid>
              <a:tr h="49529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F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</a:t>
                      </a: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0        0        0        0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48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0        0        0        1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0        0        1        0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0        0        1        1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9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0        1        0        0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0        1        0        1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0        1        1        0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0        1        1        1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1        0        0        0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27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1        0        0        1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kumimoji="0" lang="zh-CN" altLang="zh-CN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1/0     0       1/0      0</a:t>
                      </a: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38100" marR="38100" marT="19050" marB="19050" anchor="ctr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zh-CN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L="0" marR="0" marT="0" marB="0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3" name="Group 54"/>
          <p:cNvGrpSpPr/>
          <p:nvPr/>
        </p:nvGrpSpPr>
        <p:grpSpPr bwMode="auto">
          <a:xfrm>
            <a:off x="10362827" y="1453321"/>
            <a:ext cx="237487" cy="3105150"/>
            <a:chOff x="0" y="0"/>
            <a:chExt cx="231" cy="2448"/>
          </a:xfrm>
        </p:grpSpPr>
        <p:sp>
          <p:nvSpPr>
            <p:cNvPr id="4" name="Line 55"/>
            <p:cNvSpPr>
              <a:spLocks noChangeShapeType="1"/>
            </p:cNvSpPr>
            <p:nvPr/>
          </p:nvSpPr>
          <p:spPr bwMode="auto">
            <a:xfrm>
              <a:off x="12" y="2448"/>
              <a:ext cx="218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" name="Line 56"/>
            <p:cNvSpPr>
              <a:spLocks noChangeShapeType="1"/>
            </p:cNvSpPr>
            <p:nvPr/>
          </p:nvSpPr>
          <p:spPr bwMode="auto">
            <a:xfrm flipV="1">
              <a:off x="231" y="0"/>
              <a:ext cx="0" cy="2448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" name="Line 57"/>
            <p:cNvSpPr>
              <a:spLocks noChangeShapeType="1"/>
            </p:cNvSpPr>
            <p:nvPr/>
          </p:nvSpPr>
          <p:spPr bwMode="auto">
            <a:xfrm flipH="1">
              <a:off x="0" y="0"/>
              <a:ext cx="231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" name="Text Box 58"/>
          <p:cNvSpPr txBox="1">
            <a:spLocks noChangeArrowheads="1"/>
          </p:cNvSpPr>
          <p:nvPr/>
        </p:nvSpPr>
        <p:spPr bwMode="auto">
          <a:xfrm>
            <a:off x="655173" y="5330425"/>
            <a:ext cx="5365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800" dirty="0">
                <a:latin typeface="Times New Roman" panose="02020603050405020304" pitchFamily="18" charset="0"/>
                <a:ea typeface="楷体_GB2312" pitchFamily="49" charset="-122"/>
              </a:rPr>
              <a:t>74151输出端产生的序列信号为：</a:t>
            </a:r>
            <a:endParaRPr lang="zh-CN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" name="Text Box 59"/>
          <p:cNvSpPr txBox="1">
            <a:spLocks noChangeArrowheads="1"/>
          </p:cNvSpPr>
          <p:nvPr/>
        </p:nvSpPr>
        <p:spPr bwMode="auto">
          <a:xfrm>
            <a:off x="5811918" y="5330425"/>
            <a:ext cx="3075849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1111000110，…</a:t>
            </a:r>
            <a:endParaRPr lang="zh-CN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372831" y="838298"/>
            <a:ext cx="2152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Q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Q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en-US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zh-CN" altLang="zh-CN" sz="1800" b="1" i="0" u="none" strike="noStrike" cap="none" normalizeH="0" baseline="-2500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endParaRPr kumimoji="0" lang="zh-CN" altLang="zh-CN" sz="1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547687" y="192943"/>
            <a:ext cx="7605713" cy="597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解：74161采用复0法，实现模M=10的计数器</a:t>
            </a:r>
            <a:endParaRPr lang="zh-CN" altLang="zh-CN" sz="2800" dirty="0">
              <a:solidFill>
                <a:srgbClr val="00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00" t="55397" r="34077" b="28053"/>
          <a:stretch>
            <a:fillRect/>
          </a:stretch>
        </p:blipFill>
        <p:spPr bwMode="auto">
          <a:xfrm>
            <a:off x="501537" y="1268019"/>
            <a:ext cx="6482214" cy="2794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12" grpId="0"/>
      <p:bldP spid="1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3040" y="226868"/>
            <a:ext cx="10744398" cy="525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12.</a:t>
            </a:r>
            <a:r>
              <a:rPr lang="zh-CN" altLang="en-US" sz="2400" dirty="0">
                <a:latin typeface="Times New Roman" panose="02020603050405020304" pitchFamily="18" charset="0"/>
              </a:rPr>
              <a:t>写出图中的</a:t>
            </a:r>
            <a:r>
              <a:rPr lang="en-US" altLang="zh-CN" sz="2400" dirty="0">
                <a:latin typeface="Times New Roman" panose="02020603050405020304" pitchFamily="18" charset="0"/>
              </a:rPr>
              <a:t>74194</a:t>
            </a:r>
            <a:r>
              <a:rPr lang="zh-CN" altLang="en-US" sz="2400" dirty="0">
                <a:latin typeface="Times New Roman" panose="02020603050405020304" pitchFamily="18" charset="0"/>
              </a:rPr>
              <a:t>输出端的编码表及数据选择器输出端</a:t>
            </a:r>
            <a:r>
              <a:rPr lang="en-US" altLang="zh-CN" sz="2400" i="1" dirty="0">
                <a:latin typeface="Times New Roman" panose="02020603050405020304" pitchFamily="18" charset="0"/>
              </a:rPr>
              <a:t>F</a:t>
            </a:r>
            <a:r>
              <a:rPr lang="zh-CN" altLang="en-US" sz="2400" dirty="0">
                <a:latin typeface="Times New Roman" panose="02020603050405020304" pitchFamily="18" charset="0"/>
              </a:rPr>
              <a:t>处的序列信号。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pic>
        <p:nvPicPr>
          <p:cNvPr id="6" name="图片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378" y="1472995"/>
            <a:ext cx="3998912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4554695" y="900733"/>
          <a:ext cx="2982912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2" name="" r:id="rId2" imgW="46024800" imgH="6400800" progId="Equation.DSMT4">
                  <p:embed/>
                </p:oleObj>
              </mc:Choice>
              <mc:Fallback>
                <p:oleObj name="" r:id="rId2" imgW="46024800" imgH="6400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695" y="900733"/>
                        <a:ext cx="2982912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8161784" y="915905"/>
          <a:ext cx="13843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4" imgW="21336000" imgH="5791200" progId="Equation.DSMT4">
                  <p:embed/>
                </p:oleObj>
              </mc:Choice>
              <mc:Fallback>
                <p:oleObj name="" r:id="rId4" imgW="21336000" imgH="57912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61784" y="915905"/>
                        <a:ext cx="138430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8"/>
          <p:cNvSpPr>
            <a:spLocks noChangeArrowheads="1"/>
          </p:cNvSpPr>
          <p:nvPr/>
        </p:nvSpPr>
        <p:spPr bwMode="auto">
          <a:xfrm>
            <a:off x="5671282" y="2081801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" name="Rectangle 40"/>
          <p:cNvSpPr>
            <a:spLocks noChangeArrowheads="1"/>
          </p:cNvSpPr>
          <p:nvPr/>
        </p:nvSpPr>
        <p:spPr bwMode="auto">
          <a:xfrm>
            <a:off x="5671282" y="2381839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" name="Rectangle 42"/>
          <p:cNvSpPr>
            <a:spLocks noChangeArrowheads="1"/>
          </p:cNvSpPr>
          <p:nvPr/>
        </p:nvSpPr>
        <p:spPr bwMode="auto">
          <a:xfrm>
            <a:off x="5671282" y="2681876"/>
            <a:ext cx="1158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2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" name="Rectangle 44"/>
          <p:cNvSpPr>
            <a:spLocks noChangeArrowheads="1"/>
          </p:cNvSpPr>
          <p:nvPr/>
        </p:nvSpPr>
        <p:spPr bwMode="auto">
          <a:xfrm>
            <a:off x="5671282" y="2981914"/>
            <a:ext cx="115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3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3" name="Rectangle 46"/>
          <p:cNvSpPr>
            <a:spLocks noChangeArrowheads="1"/>
          </p:cNvSpPr>
          <p:nvPr/>
        </p:nvSpPr>
        <p:spPr bwMode="auto">
          <a:xfrm>
            <a:off x="5671282" y="3283539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4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4" name="Rectangle 48"/>
          <p:cNvSpPr>
            <a:spLocks noChangeArrowheads="1"/>
          </p:cNvSpPr>
          <p:nvPr/>
        </p:nvSpPr>
        <p:spPr bwMode="auto">
          <a:xfrm>
            <a:off x="5671282" y="3583576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5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5" name="Rectangle 50"/>
          <p:cNvSpPr>
            <a:spLocks noChangeArrowheads="1"/>
          </p:cNvSpPr>
          <p:nvPr/>
        </p:nvSpPr>
        <p:spPr bwMode="auto">
          <a:xfrm>
            <a:off x="6693026" y="2092901"/>
            <a:ext cx="11144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0000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6" name="Rectangle 52"/>
          <p:cNvSpPr>
            <a:spLocks noChangeArrowheads="1"/>
          </p:cNvSpPr>
          <p:nvPr/>
        </p:nvSpPr>
        <p:spPr bwMode="auto">
          <a:xfrm>
            <a:off x="6704745" y="2381839"/>
            <a:ext cx="1116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1000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7" name="Rectangle 54"/>
          <p:cNvSpPr>
            <a:spLocks noChangeArrowheads="1"/>
          </p:cNvSpPr>
          <p:nvPr/>
        </p:nvSpPr>
        <p:spPr bwMode="auto">
          <a:xfrm>
            <a:off x="6704745" y="2681876"/>
            <a:ext cx="11160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>
                <a:latin typeface="Times New Roman" panose="02020603050405020304" pitchFamily="18" charset="0"/>
              </a:rPr>
              <a:t>1100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8" name="Rectangle 56"/>
          <p:cNvSpPr>
            <a:spLocks noChangeArrowheads="1"/>
          </p:cNvSpPr>
          <p:nvPr/>
        </p:nvSpPr>
        <p:spPr bwMode="auto">
          <a:xfrm>
            <a:off x="6704745" y="2981914"/>
            <a:ext cx="11160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>
                <a:latin typeface="Times New Roman" panose="02020603050405020304" pitchFamily="18" charset="0"/>
              </a:rPr>
              <a:t>1110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9" name="Rectangle 58"/>
          <p:cNvSpPr>
            <a:spLocks noChangeArrowheads="1"/>
          </p:cNvSpPr>
          <p:nvPr/>
        </p:nvSpPr>
        <p:spPr bwMode="auto">
          <a:xfrm>
            <a:off x="6704745" y="3283539"/>
            <a:ext cx="1116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0111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6704745" y="3583576"/>
            <a:ext cx="1116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>
                <a:latin typeface="Times New Roman" panose="02020603050405020304" pitchFamily="18" charset="0"/>
              </a:rPr>
              <a:t>1011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1" name="Rectangle 60"/>
          <p:cNvSpPr>
            <a:spLocks noChangeArrowheads="1"/>
          </p:cNvSpPr>
          <p:nvPr/>
        </p:nvSpPr>
        <p:spPr bwMode="auto">
          <a:xfrm>
            <a:off x="6704745" y="3883614"/>
            <a:ext cx="1116012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1101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2" name="Rectangle 60"/>
          <p:cNvSpPr>
            <a:spLocks noChangeArrowheads="1"/>
          </p:cNvSpPr>
          <p:nvPr/>
        </p:nvSpPr>
        <p:spPr bwMode="auto">
          <a:xfrm>
            <a:off x="6704745" y="4183651"/>
            <a:ext cx="11160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0110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3" name="Rectangle 60"/>
          <p:cNvSpPr>
            <a:spLocks noChangeArrowheads="1"/>
          </p:cNvSpPr>
          <p:nvPr/>
        </p:nvSpPr>
        <p:spPr bwMode="auto">
          <a:xfrm>
            <a:off x="6704745" y="4485276"/>
            <a:ext cx="1116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 dirty="0">
                <a:latin typeface="Times New Roman" panose="02020603050405020304" pitchFamily="18" charset="0"/>
              </a:rPr>
              <a:t>0011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4" name="Rectangle 60"/>
          <p:cNvSpPr>
            <a:spLocks noChangeArrowheads="1"/>
          </p:cNvSpPr>
          <p:nvPr/>
        </p:nvSpPr>
        <p:spPr bwMode="auto">
          <a:xfrm>
            <a:off x="6730145" y="4785314"/>
            <a:ext cx="11160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dist"/>
            <a:r>
              <a:rPr lang="en-US" altLang="zh-CN">
                <a:latin typeface="Times New Roman" panose="02020603050405020304" pitchFamily="18" charset="0"/>
              </a:rPr>
              <a:t>1001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5" name="Rectangle 48"/>
          <p:cNvSpPr>
            <a:spLocks noChangeArrowheads="1"/>
          </p:cNvSpPr>
          <p:nvPr/>
        </p:nvSpPr>
        <p:spPr bwMode="auto">
          <a:xfrm>
            <a:off x="5671282" y="3883614"/>
            <a:ext cx="115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6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6" name="Rectangle 48"/>
          <p:cNvSpPr>
            <a:spLocks noChangeArrowheads="1"/>
          </p:cNvSpPr>
          <p:nvPr/>
        </p:nvSpPr>
        <p:spPr bwMode="auto">
          <a:xfrm>
            <a:off x="5671282" y="4183651"/>
            <a:ext cx="1158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7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7" name="Rectangle 48"/>
          <p:cNvSpPr>
            <a:spLocks noChangeArrowheads="1"/>
          </p:cNvSpPr>
          <p:nvPr/>
        </p:nvSpPr>
        <p:spPr bwMode="auto">
          <a:xfrm>
            <a:off x="5671282" y="4485276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8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" name="Rectangle 48"/>
          <p:cNvSpPr>
            <a:spLocks noChangeArrowheads="1"/>
          </p:cNvSpPr>
          <p:nvPr/>
        </p:nvSpPr>
        <p:spPr bwMode="auto">
          <a:xfrm>
            <a:off x="5671282" y="4785314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9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9" name="Rectangle 38"/>
          <p:cNvSpPr>
            <a:spLocks noChangeArrowheads="1"/>
          </p:cNvSpPr>
          <p:nvPr/>
        </p:nvSpPr>
        <p:spPr bwMode="auto">
          <a:xfrm>
            <a:off x="8263670" y="2081801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0" name="Rectangle 40"/>
          <p:cNvSpPr>
            <a:spLocks noChangeArrowheads="1"/>
          </p:cNvSpPr>
          <p:nvPr/>
        </p:nvSpPr>
        <p:spPr bwMode="auto">
          <a:xfrm>
            <a:off x="8263670" y="2381839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1" name="Rectangle 42"/>
          <p:cNvSpPr>
            <a:spLocks noChangeArrowheads="1"/>
          </p:cNvSpPr>
          <p:nvPr/>
        </p:nvSpPr>
        <p:spPr bwMode="auto">
          <a:xfrm>
            <a:off x="8263670" y="2681876"/>
            <a:ext cx="115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2" name="Rectangle 44"/>
          <p:cNvSpPr>
            <a:spLocks noChangeArrowheads="1"/>
          </p:cNvSpPr>
          <p:nvPr/>
        </p:nvSpPr>
        <p:spPr bwMode="auto">
          <a:xfrm>
            <a:off x="8263670" y="2981914"/>
            <a:ext cx="1158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3" name="Rectangle 46"/>
          <p:cNvSpPr>
            <a:spLocks noChangeArrowheads="1"/>
          </p:cNvSpPr>
          <p:nvPr/>
        </p:nvSpPr>
        <p:spPr bwMode="auto">
          <a:xfrm>
            <a:off x="8263670" y="3283539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4" name="Rectangle 48"/>
          <p:cNvSpPr>
            <a:spLocks noChangeArrowheads="1"/>
          </p:cNvSpPr>
          <p:nvPr/>
        </p:nvSpPr>
        <p:spPr bwMode="auto">
          <a:xfrm>
            <a:off x="8263670" y="3583576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5" name="Rectangle 48"/>
          <p:cNvSpPr>
            <a:spLocks noChangeArrowheads="1"/>
          </p:cNvSpPr>
          <p:nvPr/>
        </p:nvSpPr>
        <p:spPr bwMode="auto">
          <a:xfrm>
            <a:off x="8263670" y="3883614"/>
            <a:ext cx="1158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6" name="Rectangle 48"/>
          <p:cNvSpPr>
            <a:spLocks noChangeArrowheads="1"/>
          </p:cNvSpPr>
          <p:nvPr/>
        </p:nvSpPr>
        <p:spPr bwMode="auto">
          <a:xfrm>
            <a:off x="8273195" y="4183651"/>
            <a:ext cx="115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7" name="Rectangle 48"/>
          <p:cNvSpPr>
            <a:spLocks noChangeArrowheads="1"/>
          </p:cNvSpPr>
          <p:nvPr/>
        </p:nvSpPr>
        <p:spPr bwMode="auto">
          <a:xfrm>
            <a:off x="8263670" y="4485276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8" name="Rectangle 48"/>
          <p:cNvSpPr>
            <a:spLocks noChangeArrowheads="1"/>
          </p:cNvSpPr>
          <p:nvPr/>
        </p:nvSpPr>
        <p:spPr bwMode="auto">
          <a:xfrm>
            <a:off x="8263670" y="4785314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8790720" y="2081801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0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0" name="Rectangle 40"/>
          <p:cNvSpPr>
            <a:spLocks noChangeArrowheads="1"/>
          </p:cNvSpPr>
          <p:nvPr/>
        </p:nvSpPr>
        <p:spPr bwMode="auto">
          <a:xfrm>
            <a:off x="8790720" y="2381839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1" name="Rectangle 42"/>
          <p:cNvSpPr>
            <a:spLocks noChangeArrowheads="1"/>
          </p:cNvSpPr>
          <p:nvPr/>
        </p:nvSpPr>
        <p:spPr bwMode="auto">
          <a:xfrm>
            <a:off x="8790720" y="2681876"/>
            <a:ext cx="115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2" name="Rectangle 44"/>
          <p:cNvSpPr>
            <a:spLocks noChangeArrowheads="1"/>
          </p:cNvSpPr>
          <p:nvPr/>
        </p:nvSpPr>
        <p:spPr bwMode="auto">
          <a:xfrm>
            <a:off x="8790720" y="2981914"/>
            <a:ext cx="1158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3" name="Rectangle 46"/>
          <p:cNvSpPr>
            <a:spLocks noChangeArrowheads="1"/>
          </p:cNvSpPr>
          <p:nvPr/>
        </p:nvSpPr>
        <p:spPr bwMode="auto">
          <a:xfrm>
            <a:off x="8790720" y="3283539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4" name="Rectangle 48"/>
          <p:cNvSpPr>
            <a:spLocks noChangeArrowheads="1"/>
          </p:cNvSpPr>
          <p:nvPr/>
        </p:nvSpPr>
        <p:spPr bwMode="auto">
          <a:xfrm>
            <a:off x="8790720" y="3583576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5" name="Rectangle 48"/>
          <p:cNvSpPr>
            <a:spLocks noChangeArrowheads="1"/>
          </p:cNvSpPr>
          <p:nvPr/>
        </p:nvSpPr>
        <p:spPr bwMode="auto">
          <a:xfrm>
            <a:off x="8790720" y="3883614"/>
            <a:ext cx="11588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6" name="Rectangle 48"/>
          <p:cNvSpPr>
            <a:spLocks noChangeArrowheads="1"/>
          </p:cNvSpPr>
          <p:nvPr/>
        </p:nvSpPr>
        <p:spPr bwMode="auto">
          <a:xfrm>
            <a:off x="8800245" y="4183651"/>
            <a:ext cx="115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7" name="Rectangle 48"/>
          <p:cNvSpPr>
            <a:spLocks noChangeArrowheads="1"/>
          </p:cNvSpPr>
          <p:nvPr/>
        </p:nvSpPr>
        <p:spPr bwMode="auto">
          <a:xfrm>
            <a:off x="8790720" y="4485276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8" name="Rectangle 48"/>
          <p:cNvSpPr>
            <a:spLocks noChangeArrowheads="1"/>
          </p:cNvSpPr>
          <p:nvPr/>
        </p:nvSpPr>
        <p:spPr bwMode="auto">
          <a:xfrm>
            <a:off x="8790720" y="4785314"/>
            <a:ext cx="115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9" name="Rectangle 38"/>
          <p:cNvSpPr>
            <a:spLocks noChangeArrowheads="1"/>
          </p:cNvSpPr>
          <p:nvPr/>
        </p:nvSpPr>
        <p:spPr bwMode="auto">
          <a:xfrm>
            <a:off x="6150707" y="2081801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0" name="Rectangle 40"/>
          <p:cNvSpPr>
            <a:spLocks noChangeArrowheads="1"/>
          </p:cNvSpPr>
          <p:nvPr/>
        </p:nvSpPr>
        <p:spPr bwMode="auto">
          <a:xfrm>
            <a:off x="6150707" y="2381839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1" name="Rectangle 42"/>
          <p:cNvSpPr>
            <a:spLocks noChangeArrowheads="1"/>
          </p:cNvSpPr>
          <p:nvPr/>
        </p:nvSpPr>
        <p:spPr bwMode="auto">
          <a:xfrm>
            <a:off x="6150707" y="2681876"/>
            <a:ext cx="1158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2" name="Rectangle 44"/>
          <p:cNvSpPr>
            <a:spLocks noChangeArrowheads="1"/>
          </p:cNvSpPr>
          <p:nvPr/>
        </p:nvSpPr>
        <p:spPr bwMode="auto">
          <a:xfrm>
            <a:off x="6150707" y="2981914"/>
            <a:ext cx="115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3" name="Rectangle 46"/>
          <p:cNvSpPr>
            <a:spLocks noChangeArrowheads="1"/>
          </p:cNvSpPr>
          <p:nvPr/>
        </p:nvSpPr>
        <p:spPr bwMode="auto">
          <a:xfrm>
            <a:off x="6150707" y="3283539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4" name="Rectangle 48"/>
          <p:cNvSpPr>
            <a:spLocks noChangeArrowheads="1"/>
          </p:cNvSpPr>
          <p:nvPr/>
        </p:nvSpPr>
        <p:spPr bwMode="auto">
          <a:xfrm>
            <a:off x="6154259" y="3599440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</a:rPr>
              <a:t>1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5" name="Rectangle 48"/>
          <p:cNvSpPr>
            <a:spLocks noChangeArrowheads="1"/>
          </p:cNvSpPr>
          <p:nvPr/>
        </p:nvSpPr>
        <p:spPr bwMode="auto">
          <a:xfrm>
            <a:off x="6150707" y="3883614"/>
            <a:ext cx="1158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6" name="Rectangle 48"/>
          <p:cNvSpPr>
            <a:spLocks noChangeArrowheads="1"/>
          </p:cNvSpPr>
          <p:nvPr/>
        </p:nvSpPr>
        <p:spPr bwMode="auto">
          <a:xfrm>
            <a:off x="6150707" y="4183651"/>
            <a:ext cx="1158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0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7" name="Rectangle 48"/>
          <p:cNvSpPr>
            <a:spLocks noChangeArrowheads="1"/>
          </p:cNvSpPr>
          <p:nvPr/>
        </p:nvSpPr>
        <p:spPr bwMode="auto">
          <a:xfrm>
            <a:off x="6150707" y="4485276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58" name="Rectangle 48"/>
          <p:cNvSpPr>
            <a:spLocks noChangeArrowheads="1"/>
          </p:cNvSpPr>
          <p:nvPr/>
        </p:nvSpPr>
        <p:spPr bwMode="auto">
          <a:xfrm>
            <a:off x="6150707" y="4785314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</a:rPr>
              <a:t>1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7865207" y="4923426"/>
            <a:ext cx="2524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>
            <a:off x="8108095" y="2261189"/>
            <a:ext cx="9525" cy="266223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7869970" y="2251664"/>
            <a:ext cx="250825" cy="0"/>
          </a:xfrm>
          <a:prstGeom prst="line">
            <a:avLst/>
          </a:prstGeom>
          <a:ln w="1905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 bwMode="auto">
          <a:xfrm>
            <a:off x="5236307" y="1672226"/>
            <a:ext cx="3851275" cy="3481388"/>
            <a:chOff x="7115174" y="2413522"/>
            <a:chExt cx="3852000" cy="3481400"/>
          </a:xfrm>
        </p:grpSpPr>
        <p:sp>
          <p:nvSpPr>
            <p:cNvPr id="63" name="Rectangle 19"/>
            <p:cNvSpPr>
              <a:spLocks noChangeArrowheads="1"/>
            </p:cNvSpPr>
            <p:nvPr/>
          </p:nvSpPr>
          <p:spPr bwMode="auto">
            <a:xfrm>
              <a:off x="7203547" y="2438922"/>
              <a:ext cx="46166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>
                  <a:latin typeface="Times New Roman" panose="02020603050405020304" pitchFamily="18" charset="0"/>
                </a:rPr>
                <a:t>序号</a:t>
              </a:r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64" name="Rectangle 21"/>
            <p:cNvSpPr>
              <a:spLocks noChangeArrowheads="1"/>
            </p:cNvSpPr>
            <p:nvPr/>
          </p:nvSpPr>
          <p:spPr bwMode="auto">
            <a:xfrm>
              <a:off x="8516409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Q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5" name="Rectangle 22"/>
            <p:cNvSpPr>
              <a:spLocks noChangeArrowheads="1"/>
            </p:cNvSpPr>
            <p:nvPr/>
          </p:nvSpPr>
          <p:spPr bwMode="auto">
            <a:xfrm>
              <a:off x="8687860" y="2548459"/>
              <a:ext cx="16797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0   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66" name="Rectangle 23"/>
            <p:cNvSpPr>
              <a:spLocks noChangeArrowheads="1"/>
            </p:cNvSpPr>
            <p:nvPr/>
          </p:nvSpPr>
          <p:spPr bwMode="auto">
            <a:xfrm>
              <a:off x="8840259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Q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7" name="Rectangle 24"/>
            <p:cNvSpPr>
              <a:spLocks noChangeArrowheads="1"/>
            </p:cNvSpPr>
            <p:nvPr/>
          </p:nvSpPr>
          <p:spPr bwMode="auto">
            <a:xfrm>
              <a:off x="8978372" y="254845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1   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68" name="Rectangle 25"/>
            <p:cNvSpPr>
              <a:spLocks noChangeArrowheads="1"/>
            </p:cNvSpPr>
            <p:nvPr/>
          </p:nvSpPr>
          <p:spPr bwMode="auto">
            <a:xfrm>
              <a:off x="9130772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Q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26"/>
            <p:cNvSpPr>
              <a:spLocks noChangeArrowheads="1"/>
            </p:cNvSpPr>
            <p:nvPr/>
          </p:nvSpPr>
          <p:spPr bwMode="auto">
            <a:xfrm>
              <a:off x="9308572" y="2548459"/>
              <a:ext cx="89768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2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70" name="Line 156"/>
            <p:cNvSpPr>
              <a:spLocks noChangeShapeType="1"/>
            </p:cNvSpPr>
            <p:nvPr/>
          </p:nvSpPr>
          <p:spPr bwMode="auto">
            <a:xfrm>
              <a:off x="7115174" y="2415109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1" name="Line 157"/>
            <p:cNvSpPr>
              <a:spLocks noChangeShapeType="1"/>
            </p:cNvSpPr>
            <p:nvPr/>
          </p:nvSpPr>
          <p:spPr bwMode="auto">
            <a:xfrm>
              <a:off x="7115174" y="2750072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2" name="Line 159"/>
            <p:cNvSpPr>
              <a:spLocks noChangeShapeType="1"/>
            </p:cNvSpPr>
            <p:nvPr/>
          </p:nvSpPr>
          <p:spPr bwMode="auto">
            <a:xfrm>
              <a:off x="7115174" y="5886972"/>
              <a:ext cx="3852000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3" name="Line 160"/>
            <p:cNvSpPr>
              <a:spLocks noChangeShapeType="1"/>
            </p:cNvSpPr>
            <p:nvPr/>
          </p:nvSpPr>
          <p:spPr bwMode="auto">
            <a:xfrm>
              <a:off x="7802034" y="2423047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23"/>
            <p:cNvSpPr>
              <a:spLocks noChangeArrowheads="1"/>
            </p:cNvSpPr>
            <p:nvPr/>
          </p:nvSpPr>
          <p:spPr bwMode="auto">
            <a:xfrm>
              <a:off x="9422077" y="2413522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Q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5" name="Rectangle 24"/>
            <p:cNvSpPr>
              <a:spLocks noChangeArrowheads="1"/>
            </p:cNvSpPr>
            <p:nvPr/>
          </p:nvSpPr>
          <p:spPr bwMode="auto">
            <a:xfrm>
              <a:off x="9585590" y="254845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3  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76" name="Rectangle 23"/>
            <p:cNvSpPr>
              <a:spLocks noChangeArrowheads="1"/>
            </p:cNvSpPr>
            <p:nvPr/>
          </p:nvSpPr>
          <p:spPr bwMode="auto">
            <a:xfrm>
              <a:off x="10516203" y="2413522"/>
              <a:ext cx="19236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M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7" name="Rectangle 24"/>
            <p:cNvSpPr>
              <a:spLocks noChangeArrowheads="1"/>
            </p:cNvSpPr>
            <p:nvPr/>
          </p:nvSpPr>
          <p:spPr bwMode="auto">
            <a:xfrm>
              <a:off x="10727341" y="2529409"/>
              <a:ext cx="20161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1  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78" name="Rectangle 23"/>
            <p:cNvSpPr>
              <a:spLocks noChangeArrowheads="1"/>
            </p:cNvSpPr>
            <p:nvPr/>
          </p:nvSpPr>
          <p:spPr bwMode="auto">
            <a:xfrm>
              <a:off x="7875981" y="2441431"/>
              <a:ext cx="166712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24"/>
            <p:cNvSpPr>
              <a:spLocks noChangeArrowheads="1"/>
            </p:cNvSpPr>
            <p:nvPr/>
          </p:nvSpPr>
          <p:spPr bwMode="auto">
            <a:xfrm>
              <a:off x="8058543" y="2557318"/>
              <a:ext cx="304697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r>
                <a:rPr lang="en-US" altLang="zh-CN" sz="1400">
                  <a:latin typeface="Times New Roman" panose="02020603050405020304" pitchFamily="18" charset="0"/>
                </a:rPr>
                <a:t>SR   </a:t>
              </a:r>
              <a:endParaRPr lang="en-US" altLang="zh-CN" sz="1400">
                <a:latin typeface="Times New Roman" panose="02020603050405020304" pitchFamily="18" charset="0"/>
              </a:endParaRPr>
            </a:p>
          </p:txBody>
        </p:sp>
        <p:sp>
          <p:nvSpPr>
            <p:cNvPr id="80" name="Rectangle 23"/>
            <p:cNvSpPr>
              <a:spLocks noChangeArrowheads="1"/>
            </p:cNvSpPr>
            <p:nvPr/>
          </p:nvSpPr>
          <p:spPr bwMode="auto">
            <a:xfrm>
              <a:off x="10041202" y="2432572"/>
              <a:ext cx="14106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i="1">
                  <a:latin typeface="Times New Roman" panose="02020603050405020304" pitchFamily="18" charset="0"/>
                </a:rPr>
                <a:t>F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81" name="Line 160"/>
            <p:cNvSpPr>
              <a:spLocks noChangeShapeType="1"/>
            </p:cNvSpPr>
            <p:nvPr/>
          </p:nvSpPr>
          <p:spPr bwMode="auto">
            <a:xfrm>
              <a:off x="8373824" y="2438922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2" name="Line 160"/>
            <p:cNvSpPr>
              <a:spLocks noChangeShapeType="1"/>
            </p:cNvSpPr>
            <p:nvPr/>
          </p:nvSpPr>
          <p:spPr bwMode="auto">
            <a:xfrm>
              <a:off x="10335974" y="2423047"/>
              <a:ext cx="0" cy="345600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83" name="Rectangle 2"/>
          <p:cNvSpPr>
            <a:spLocks noChangeArrowheads="1"/>
          </p:cNvSpPr>
          <p:nvPr/>
        </p:nvSpPr>
        <p:spPr bwMode="auto">
          <a:xfrm>
            <a:off x="928321" y="5492203"/>
            <a:ext cx="5468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处的序列为：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0110010011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。</a:t>
            </a:r>
            <a:endParaRPr lang="zh-CN" altLang="en-US" sz="2400" dirty="0">
              <a:solidFill>
                <a:srgbClr val="000000"/>
              </a:solidFill>
              <a:latin typeface="Times New Roman" panose="02020603050405020304" pitchFamily="18" charset="0"/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8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75414" y="357265"/>
            <a:ext cx="81999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13.PLA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阵列如图所示，写出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的逻辑函数表达式。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2012805" y="5041044"/>
                <a:ext cx="2816797" cy="12016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d>
                              <m:d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</m:acc>
                              </m:e>
                            </m:d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𝐵𝐶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acc>
                            <m:acc>
                              <m:accPr>
                                <m:chr m:val="̅"/>
                                <m:ctrl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</m:acc>
                            <m:r>
                              <m:rPr>
                                <m:brk m:alnAt="7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𝐴𝐵</m:t>
                            </m:r>
                          </m:e>
                        </m:mr>
                      </m:m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805" y="5041044"/>
                <a:ext cx="2816797" cy="1201676"/>
              </a:xfrm>
              <a:prstGeom prst="rect">
                <a:avLst/>
              </a:prstGeom>
              <a:blipFill rotWithShape="1">
                <a:blip r:embed="rId1"/>
                <a:stretch>
                  <a:fillRect l="-17" t="-34" r="15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组合 91"/>
          <p:cNvGrpSpPr/>
          <p:nvPr/>
        </p:nvGrpSpPr>
        <p:grpSpPr>
          <a:xfrm>
            <a:off x="3803895" y="1028813"/>
            <a:ext cx="4022725" cy="3616040"/>
            <a:chOff x="6898787" y="937349"/>
            <a:chExt cx="4022725" cy="3616040"/>
          </a:xfrm>
        </p:grpSpPr>
        <p:sp>
          <p:nvSpPr>
            <p:cNvPr id="8" name="Line 5"/>
            <p:cNvSpPr>
              <a:spLocks noChangeShapeType="1"/>
            </p:cNvSpPr>
            <p:nvPr/>
          </p:nvSpPr>
          <p:spPr bwMode="auto">
            <a:xfrm>
              <a:off x="7141675" y="2280089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7703650" y="2567426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Line 7"/>
            <p:cNvSpPr>
              <a:spLocks noChangeShapeType="1"/>
            </p:cNvSpPr>
            <p:nvPr/>
          </p:nvSpPr>
          <p:spPr bwMode="auto">
            <a:xfrm>
              <a:off x="7703650" y="1991164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8"/>
            <p:cNvSpPr>
              <a:spLocks noChangeShapeType="1"/>
            </p:cNvSpPr>
            <p:nvPr/>
          </p:nvSpPr>
          <p:spPr bwMode="auto">
            <a:xfrm>
              <a:off x="7141675" y="1702239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7721234" y="1413314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>
              <a:off x="7163900" y="1124389"/>
              <a:ext cx="30670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11"/>
            <p:cNvSpPr>
              <a:spLocks noChangeShapeType="1"/>
            </p:cNvSpPr>
            <p:nvPr/>
          </p:nvSpPr>
          <p:spPr bwMode="auto">
            <a:xfrm>
              <a:off x="8002100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12"/>
            <p:cNvSpPr>
              <a:spLocks noChangeShapeType="1"/>
            </p:cNvSpPr>
            <p:nvPr/>
          </p:nvSpPr>
          <p:spPr bwMode="auto">
            <a:xfrm>
              <a:off x="8289437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>
              <a:off x="8578362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>
              <a:off x="8867287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9156212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9445137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9732475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0021400" y="943414"/>
              <a:ext cx="0" cy="3609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7703650" y="3729476"/>
              <a:ext cx="270668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7703650" y="4018401"/>
              <a:ext cx="270668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Oval 21"/>
            <p:cNvSpPr>
              <a:spLocks noChangeArrowheads="1"/>
            </p:cNvSpPr>
            <p:nvPr/>
          </p:nvSpPr>
          <p:spPr bwMode="auto">
            <a:xfrm>
              <a:off x="7649675" y="1378389"/>
              <a:ext cx="73025" cy="7302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7470287" y="1270439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7527437" y="1330764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Oval 24"/>
            <p:cNvSpPr>
              <a:spLocks noChangeArrowheads="1"/>
            </p:cNvSpPr>
            <p:nvPr/>
          </p:nvSpPr>
          <p:spPr bwMode="auto">
            <a:xfrm>
              <a:off x="7649675" y="1965764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7470287" y="1857814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7527437" y="1916551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Oval 27"/>
            <p:cNvSpPr>
              <a:spLocks noChangeArrowheads="1"/>
            </p:cNvSpPr>
            <p:nvPr/>
          </p:nvSpPr>
          <p:spPr bwMode="auto">
            <a:xfrm>
              <a:off x="7649675" y="2538851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7470287" y="2429314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7527437" y="2489639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7311537" y="1411726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7309950" y="1103751"/>
              <a:ext cx="0" cy="307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H="1">
              <a:off x="7311537" y="1989576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 flipV="1">
              <a:off x="7309950" y="1724464"/>
              <a:ext cx="0" cy="26511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Line 34"/>
            <p:cNvSpPr>
              <a:spLocks noChangeShapeType="1"/>
            </p:cNvSpPr>
            <p:nvPr/>
          </p:nvSpPr>
          <p:spPr bwMode="auto">
            <a:xfrm flipH="1">
              <a:off x="7311537" y="2567426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Line 35"/>
            <p:cNvSpPr>
              <a:spLocks noChangeShapeType="1"/>
            </p:cNvSpPr>
            <p:nvPr/>
          </p:nvSpPr>
          <p:spPr bwMode="auto">
            <a:xfrm flipV="1">
              <a:off x="7309950" y="2261039"/>
              <a:ext cx="0" cy="306388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7282962" y="1670489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7282962" y="1670489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7282962" y="1103751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7282962" y="1103751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Oval 40"/>
            <p:cNvSpPr>
              <a:spLocks noChangeArrowheads="1"/>
            </p:cNvSpPr>
            <p:nvPr/>
          </p:nvSpPr>
          <p:spPr bwMode="auto">
            <a:xfrm>
              <a:off x="7282962" y="2261039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Oval 41"/>
            <p:cNvSpPr>
              <a:spLocks noChangeArrowheads="1"/>
            </p:cNvSpPr>
            <p:nvPr/>
          </p:nvSpPr>
          <p:spPr bwMode="auto">
            <a:xfrm>
              <a:off x="7282962" y="2261039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>
              <a:off x="7703650" y="4307326"/>
              <a:ext cx="2706688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10545275" y="3616764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4"/>
            <p:cNvSpPr>
              <a:spLocks noChangeArrowheads="1"/>
            </p:cNvSpPr>
            <p:nvPr/>
          </p:nvSpPr>
          <p:spPr bwMode="auto">
            <a:xfrm>
              <a:off x="10643700" y="3699314"/>
              <a:ext cx="106363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5"/>
            <p:cNvSpPr>
              <a:spLocks noChangeArrowheads="1"/>
            </p:cNvSpPr>
            <p:nvPr/>
          </p:nvSpPr>
          <p:spPr bwMode="auto">
            <a:xfrm>
              <a:off x="10545275" y="3929501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10643700" y="4012051"/>
              <a:ext cx="106363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2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10545275" y="4213664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10643700" y="4299389"/>
              <a:ext cx="106363" cy="142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3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Line 49"/>
            <p:cNvSpPr>
              <a:spLocks noChangeShapeType="1"/>
            </p:cNvSpPr>
            <p:nvPr/>
          </p:nvSpPr>
          <p:spPr bwMode="auto">
            <a:xfrm>
              <a:off x="7321062" y="3470714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Line 50"/>
            <p:cNvSpPr>
              <a:spLocks noChangeShapeType="1"/>
            </p:cNvSpPr>
            <p:nvPr/>
          </p:nvSpPr>
          <p:spPr bwMode="auto">
            <a:xfrm flipV="1">
              <a:off x="7309950" y="3067489"/>
              <a:ext cx="0" cy="40322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Line 51"/>
            <p:cNvSpPr>
              <a:spLocks noChangeShapeType="1"/>
            </p:cNvSpPr>
            <p:nvPr/>
          </p:nvSpPr>
          <p:spPr bwMode="auto">
            <a:xfrm flipH="1">
              <a:off x="7311537" y="3067489"/>
              <a:ext cx="495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Line 52"/>
            <p:cNvSpPr>
              <a:spLocks noChangeShapeType="1"/>
            </p:cNvSpPr>
            <p:nvPr/>
          </p:nvSpPr>
          <p:spPr bwMode="auto">
            <a:xfrm flipH="1">
              <a:off x="7717937" y="3067489"/>
              <a:ext cx="25177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53"/>
            <p:cNvSpPr>
              <a:spLocks noEditPoints="1"/>
            </p:cNvSpPr>
            <p:nvPr/>
          </p:nvSpPr>
          <p:spPr bwMode="auto">
            <a:xfrm>
              <a:off x="6898787" y="3277407"/>
              <a:ext cx="4022725" cy="0"/>
            </a:xfrm>
            <a:custGeom>
              <a:avLst/>
              <a:gdLst>
                <a:gd name="T0" fmla="*/ 0 w 6741"/>
                <a:gd name="T1" fmla="*/ 11 h 22"/>
                <a:gd name="T2" fmla="*/ 138 w 6741"/>
                <a:gd name="T3" fmla="*/ 22 h 22"/>
                <a:gd name="T4" fmla="*/ 330 w 6741"/>
                <a:gd name="T5" fmla="*/ 22 h 22"/>
                <a:gd name="T6" fmla="*/ 469 w 6741"/>
                <a:gd name="T7" fmla="*/ 11 h 22"/>
                <a:gd name="T8" fmla="*/ 586 w 6741"/>
                <a:gd name="T9" fmla="*/ 0 h 22"/>
                <a:gd name="T10" fmla="*/ 650 w 6741"/>
                <a:gd name="T11" fmla="*/ 0 h 22"/>
                <a:gd name="T12" fmla="*/ 650 w 6741"/>
                <a:gd name="T13" fmla="*/ 0 h 22"/>
                <a:gd name="T14" fmla="*/ 768 w 6741"/>
                <a:gd name="T15" fmla="*/ 11 h 22"/>
                <a:gd name="T16" fmla="*/ 906 w 6741"/>
                <a:gd name="T17" fmla="*/ 22 h 22"/>
                <a:gd name="T18" fmla="*/ 1098 w 6741"/>
                <a:gd name="T19" fmla="*/ 22 h 22"/>
                <a:gd name="T20" fmla="*/ 1237 w 6741"/>
                <a:gd name="T21" fmla="*/ 11 h 22"/>
                <a:gd name="T22" fmla="*/ 1354 w 6741"/>
                <a:gd name="T23" fmla="*/ 0 h 22"/>
                <a:gd name="T24" fmla="*/ 1418 w 6741"/>
                <a:gd name="T25" fmla="*/ 0 h 22"/>
                <a:gd name="T26" fmla="*/ 1418 w 6741"/>
                <a:gd name="T27" fmla="*/ 0 h 22"/>
                <a:gd name="T28" fmla="*/ 1536 w 6741"/>
                <a:gd name="T29" fmla="*/ 11 h 22"/>
                <a:gd name="T30" fmla="*/ 1674 w 6741"/>
                <a:gd name="T31" fmla="*/ 22 h 22"/>
                <a:gd name="T32" fmla="*/ 1866 w 6741"/>
                <a:gd name="T33" fmla="*/ 22 h 22"/>
                <a:gd name="T34" fmla="*/ 2005 w 6741"/>
                <a:gd name="T35" fmla="*/ 11 h 22"/>
                <a:gd name="T36" fmla="*/ 2122 w 6741"/>
                <a:gd name="T37" fmla="*/ 0 h 22"/>
                <a:gd name="T38" fmla="*/ 2186 w 6741"/>
                <a:gd name="T39" fmla="*/ 0 h 22"/>
                <a:gd name="T40" fmla="*/ 2186 w 6741"/>
                <a:gd name="T41" fmla="*/ 0 h 22"/>
                <a:gd name="T42" fmla="*/ 2304 w 6741"/>
                <a:gd name="T43" fmla="*/ 11 h 22"/>
                <a:gd name="T44" fmla="*/ 2442 w 6741"/>
                <a:gd name="T45" fmla="*/ 22 h 22"/>
                <a:gd name="T46" fmla="*/ 2634 w 6741"/>
                <a:gd name="T47" fmla="*/ 22 h 22"/>
                <a:gd name="T48" fmla="*/ 2773 w 6741"/>
                <a:gd name="T49" fmla="*/ 11 h 22"/>
                <a:gd name="T50" fmla="*/ 2890 w 6741"/>
                <a:gd name="T51" fmla="*/ 0 h 22"/>
                <a:gd name="T52" fmla="*/ 2954 w 6741"/>
                <a:gd name="T53" fmla="*/ 0 h 22"/>
                <a:gd name="T54" fmla="*/ 2954 w 6741"/>
                <a:gd name="T55" fmla="*/ 0 h 22"/>
                <a:gd name="T56" fmla="*/ 3072 w 6741"/>
                <a:gd name="T57" fmla="*/ 11 h 22"/>
                <a:gd name="T58" fmla="*/ 3210 w 6741"/>
                <a:gd name="T59" fmla="*/ 22 h 22"/>
                <a:gd name="T60" fmla="*/ 3402 w 6741"/>
                <a:gd name="T61" fmla="*/ 22 h 22"/>
                <a:gd name="T62" fmla="*/ 3541 w 6741"/>
                <a:gd name="T63" fmla="*/ 11 h 22"/>
                <a:gd name="T64" fmla="*/ 3658 w 6741"/>
                <a:gd name="T65" fmla="*/ 0 h 22"/>
                <a:gd name="T66" fmla="*/ 3722 w 6741"/>
                <a:gd name="T67" fmla="*/ 0 h 22"/>
                <a:gd name="T68" fmla="*/ 3722 w 6741"/>
                <a:gd name="T69" fmla="*/ 0 h 22"/>
                <a:gd name="T70" fmla="*/ 3840 w 6741"/>
                <a:gd name="T71" fmla="*/ 11 h 22"/>
                <a:gd name="T72" fmla="*/ 3978 w 6741"/>
                <a:gd name="T73" fmla="*/ 22 h 22"/>
                <a:gd name="T74" fmla="*/ 4170 w 6741"/>
                <a:gd name="T75" fmla="*/ 22 h 22"/>
                <a:gd name="T76" fmla="*/ 4309 w 6741"/>
                <a:gd name="T77" fmla="*/ 11 h 22"/>
                <a:gd name="T78" fmla="*/ 4426 w 6741"/>
                <a:gd name="T79" fmla="*/ 0 h 22"/>
                <a:gd name="T80" fmla="*/ 4490 w 6741"/>
                <a:gd name="T81" fmla="*/ 0 h 22"/>
                <a:gd name="T82" fmla="*/ 4490 w 6741"/>
                <a:gd name="T83" fmla="*/ 0 h 22"/>
                <a:gd name="T84" fmla="*/ 4608 w 6741"/>
                <a:gd name="T85" fmla="*/ 11 h 22"/>
                <a:gd name="T86" fmla="*/ 4746 w 6741"/>
                <a:gd name="T87" fmla="*/ 22 h 22"/>
                <a:gd name="T88" fmla="*/ 4938 w 6741"/>
                <a:gd name="T89" fmla="*/ 22 h 22"/>
                <a:gd name="T90" fmla="*/ 5077 w 6741"/>
                <a:gd name="T91" fmla="*/ 11 h 22"/>
                <a:gd name="T92" fmla="*/ 5194 w 6741"/>
                <a:gd name="T93" fmla="*/ 0 h 22"/>
                <a:gd name="T94" fmla="*/ 5258 w 6741"/>
                <a:gd name="T95" fmla="*/ 0 h 22"/>
                <a:gd name="T96" fmla="*/ 5258 w 6741"/>
                <a:gd name="T97" fmla="*/ 0 h 22"/>
                <a:gd name="T98" fmla="*/ 5376 w 6741"/>
                <a:gd name="T99" fmla="*/ 11 h 22"/>
                <a:gd name="T100" fmla="*/ 5514 w 6741"/>
                <a:gd name="T101" fmla="*/ 22 h 22"/>
                <a:gd name="T102" fmla="*/ 5706 w 6741"/>
                <a:gd name="T103" fmla="*/ 22 h 22"/>
                <a:gd name="T104" fmla="*/ 5845 w 6741"/>
                <a:gd name="T105" fmla="*/ 11 h 22"/>
                <a:gd name="T106" fmla="*/ 5962 w 6741"/>
                <a:gd name="T107" fmla="*/ 0 h 22"/>
                <a:gd name="T108" fmla="*/ 6026 w 6741"/>
                <a:gd name="T109" fmla="*/ 0 h 22"/>
                <a:gd name="T110" fmla="*/ 6026 w 6741"/>
                <a:gd name="T111" fmla="*/ 0 h 22"/>
                <a:gd name="T112" fmla="*/ 6144 w 6741"/>
                <a:gd name="T113" fmla="*/ 11 h 22"/>
                <a:gd name="T114" fmla="*/ 6282 w 6741"/>
                <a:gd name="T115" fmla="*/ 22 h 22"/>
                <a:gd name="T116" fmla="*/ 6474 w 6741"/>
                <a:gd name="T117" fmla="*/ 22 h 22"/>
                <a:gd name="T118" fmla="*/ 6613 w 6741"/>
                <a:gd name="T119" fmla="*/ 11 h 22"/>
                <a:gd name="T120" fmla="*/ 6730 w 6741"/>
                <a:gd name="T12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741" h="22">
                  <a:moveTo>
                    <a:pt x="10" y="0"/>
                  </a:moveTo>
                  <a:lnTo>
                    <a:pt x="74" y="0"/>
                  </a:lnTo>
                  <a:cubicBezTo>
                    <a:pt x="80" y="0"/>
                    <a:pt x="85" y="5"/>
                    <a:pt x="85" y="11"/>
                  </a:cubicBezTo>
                  <a:cubicBezTo>
                    <a:pt x="85" y="17"/>
                    <a:pt x="80" y="22"/>
                    <a:pt x="74" y="22"/>
                  </a:cubicBezTo>
                  <a:lnTo>
                    <a:pt x="10" y="22"/>
                  </a:ln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lose/>
                  <a:moveTo>
                    <a:pt x="138" y="0"/>
                  </a:moveTo>
                  <a:lnTo>
                    <a:pt x="202" y="0"/>
                  </a:lnTo>
                  <a:cubicBezTo>
                    <a:pt x="208" y="0"/>
                    <a:pt x="213" y="5"/>
                    <a:pt x="213" y="11"/>
                  </a:cubicBezTo>
                  <a:cubicBezTo>
                    <a:pt x="213" y="17"/>
                    <a:pt x="208" y="22"/>
                    <a:pt x="202" y="22"/>
                  </a:cubicBezTo>
                  <a:lnTo>
                    <a:pt x="138" y="22"/>
                  </a:lnTo>
                  <a:cubicBezTo>
                    <a:pt x="132" y="22"/>
                    <a:pt x="128" y="17"/>
                    <a:pt x="128" y="11"/>
                  </a:cubicBezTo>
                  <a:cubicBezTo>
                    <a:pt x="128" y="5"/>
                    <a:pt x="132" y="0"/>
                    <a:pt x="138" y="0"/>
                  </a:cubicBezTo>
                  <a:close/>
                  <a:moveTo>
                    <a:pt x="266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7"/>
                    <a:pt x="336" y="22"/>
                    <a:pt x="330" y="22"/>
                  </a:cubicBezTo>
                  <a:lnTo>
                    <a:pt x="266" y="22"/>
                  </a:lnTo>
                  <a:cubicBezTo>
                    <a:pt x="260" y="22"/>
                    <a:pt x="256" y="17"/>
                    <a:pt x="256" y="11"/>
                  </a:cubicBezTo>
                  <a:cubicBezTo>
                    <a:pt x="256" y="5"/>
                    <a:pt x="260" y="0"/>
                    <a:pt x="266" y="0"/>
                  </a:cubicBezTo>
                  <a:close/>
                  <a:moveTo>
                    <a:pt x="394" y="0"/>
                  </a:moveTo>
                  <a:lnTo>
                    <a:pt x="458" y="0"/>
                  </a:lnTo>
                  <a:cubicBezTo>
                    <a:pt x="464" y="0"/>
                    <a:pt x="469" y="5"/>
                    <a:pt x="469" y="11"/>
                  </a:cubicBezTo>
                  <a:cubicBezTo>
                    <a:pt x="469" y="17"/>
                    <a:pt x="464" y="22"/>
                    <a:pt x="458" y="22"/>
                  </a:cubicBezTo>
                  <a:lnTo>
                    <a:pt x="394" y="22"/>
                  </a:lnTo>
                  <a:cubicBezTo>
                    <a:pt x="388" y="22"/>
                    <a:pt x="384" y="17"/>
                    <a:pt x="384" y="11"/>
                  </a:cubicBezTo>
                  <a:cubicBezTo>
                    <a:pt x="384" y="5"/>
                    <a:pt x="388" y="0"/>
                    <a:pt x="394" y="0"/>
                  </a:cubicBezTo>
                  <a:close/>
                  <a:moveTo>
                    <a:pt x="522" y="0"/>
                  </a:moveTo>
                  <a:lnTo>
                    <a:pt x="586" y="0"/>
                  </a:lnTo>
                  <a:cubicBezTo>
                    <a:pt x="592" y="0"/>
                    <a:pt x="597" y="5"/>
                    <a:pt x="597" y="11"/>
                  </a:cubicBezTo>
                  <a:cubicBezTo>
                    <a:pt x="597" y="17"/>
                    <a:pt x="592" y="22"/>
                    <a:pt x="586" y="22"/>
                  </a:cubicBezTo>
                  <a:lnTo>
                    <a:pt x="522" y="22"/>
                  </a:lnTo>
                  <a:cubicBezTo>
                    <a:pt x="516" y="22"/>
                    <a:pt x="512" y="17"/>
                    <a:pt x="512" y="11"/>
                  </a:cubicBezTo>
                  <a:cubicBezTo>
                    <a:pt x="512" y="5"/>
                    <a:pt x="516" y="0"/>
                    <a:pt x="522" y="0"/>
                  </a:cubicBezTo>
                  <a:close/>
                  <a:moveTo>
                    <a:pt x="650" y="0"/>
                  </a:moveTo>
                  <a:lnTo>
                    <a:pt x="714" y="0"/>
                  </a:lnTo>
                  <a:cubicBezTo>
                    <a:pt x="720" y="0"/>
                    <a:pt x="725" y="5"/>
                    <a:pt x="725" y="11"/>
                  </a:cubicBezTo>
                  <a:cubicBezTo>
                    <a:pt x="725" y="17"/>
                    <a:pt x="720" y="22"/>
                    <a:pt x="714" y="22"/>
                  </a:cubicBezTo>
                  <a:lnTo>
                    <a:pt x="650" y="22"/>
                  </a:lnTo>
                  <a:cubicBezTo>
                    <a:pt x="644" y="22"/>
                    <a:pt x="640" y="17"/>
                    <a:pt x="640" y="11"/>
                  </a:cubicBezTo>
                  <a:cubicBezTo>
                    <a:pt x="640" y="5"/>
                    <a:pt x="644" y="0"/>
                    <a:pt x="650" y="0"/>
                  </a:cubicBezTo>
                  <a:close/>
                  <a:moveTo>
                    <a:pt x="778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7"/>
                    <a:pt x="848" y="22"/>
                    <a:pt x="842" y="22"/>
                  </a:cubicBezTo>
                  <a:lnTo>
                    <a:pt x="778" y="22"/>
                  </a:lnTo>
                  <a:cubicBezTo>
                    <a:pt x="772" y="22"/>
                    <a:pt x="768" y="17"/>
                    <a:pt x="768" y="11"/>
                  </a:cubicBezTo>
                  <a:cubicBezTo>
                    <a:pt x="768" y="5"/>
                    <a:pt x="772" y="0"/>
                    <a:pt x="778" y="0"/>
                  </a:cubicBezTo>
                  <a:close/>
                  <a:moveTo>
                    <a:pt x="906" y="0"/>
                  </a:moveTo>
                  <a:lnTo>
                    <a:pt x="970" y="0"/>
                  </a:lnTo>
                  <a:cubicBezTo>
                    <a:pt x="976" y="0"/>
                    <a:pt x="981" y="5"/>
                    <a:pt x="981" y="11"/>
                  </a:cubicBezTo>
                  <a:cubicBezTo>
                    <a:pt x="981" y="17"/>
                    <a:pt x="976" y="22"/>
                    <a:pt x="970" y="22"/>
                  </a:cubicBezTo>
                  <a:lnTo>
                    <a:pt x="906" y="22"/>
                  </a:lnTo>
                  <a:cubicBezTo>
                    <a:pt x="900" y="22"/>
                    <a:pt x="896" y="17"/>
                    <a:pt x="896" y="11"/>
                  </a:cubicBezTo>
                  <a:cubicBezTo>
                    <a:pt x="896" y="5"/>
                    <a:pt x="900" y="0"/>
                    <a:pt x="906" y="0"/>
                  </a:cubicBezTo>
                  <a:close/>
                  <a:moveTo>
                    <a:pt x="1034" y="0"/>
                  </a:moveTo>
                  <a:lnTo>
                    <a:pt x="1098" y="0"/>
                  </a:lnTo>
                  <a:cubicBezTo>
                    <a:pt x="1104" y="0"/>
                    <a:pt x="1109" y="5"/>
                    <a:pt x="1109" y="11"/>
                  </a:cubicBezTo>
                  <a:cubicBezTo>
                    <a:pt x="1109" y="17"/>
                    <a:pt x="1104" y="22"/>
                    <a:pt x="1098" y="22"/>
                  </a:cubicBezTo>
                  <a:lnTo>
                    <a:pt x="1034" y="22"/>
                  </a:lnTo>
                  <a:cubicBezTo>
                    <a:pt x="1028" y="22"/>
                    <a:pt x="1024" y="17"/>
                    <a:pt x="1024" y="11"/>
                  </a:cubicBezTo>
                  <a:cubicBezTo>
                    <a:pt x="1024" y="5"/>
                    <a:pt x="1028" y="0"/>
                    <a:pt x="1034" y="0"/>
                  </a:cubicBezTo>
                  <a:close/>
                  <a:moveTo>
                    <a:pt x="1162" y="0"/>
                  </a:moveTo>
                  <a:lnTo>
                    <a:pt x="1226" y="0"/>
                  </a:lnTo>
                  <a:cubicBezTo>
                    <a:pt x="1232" y="0"/>
                    <a:pt x="1237" y="5"/>
                    <a:pt x="1237" y="11"/>
                  </a:cubicBezTo>
                  <a:cubicBezTo>
                    <a:pt x="1237" y="17"/>
                    <a:pt x="1232" y="22"/>
                    <a:pt x="1226" y="22"/>
                  </a:cubicBezTo>
                  <a:lnTo>
                    <a:pt x="1162" y="22"/>
                  </a:lnTo>
                  <a:cubicBezTo>
                    <a:pt x="1156" y="22"/>
                    <a:pt x="1152" y="17"/>
                    <a:pt x="1152" y="11"/>
                  </a:cubicBezTo>
                  <a:cubicBezTo>
                    <a:pt x="1152" y="5"/>
                    <a:pt x="1156" y="0"/>
                    <a:pt x="1162" y="0"/>
                  </a:cubicBezTo>
                  <a:close/>
                  <a:moveTo>
                    <a:pt x="1290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7"/>
                    <a:pt x="1360" y="22"/>
                    <a:pt x="1354" y="22"/>
                  </a:cubicBezTo>
                  <a:lnTo>
                    <a:pt x="1290" y="22"/>
                  </a:lnTo>
                  <a:cubicBezTo>
                    <a:pt x="1284" y="22"/>
                    <a:pt x="1280" y="17"/>
                    <a:pt x="1280" y="11"/>
                  </a:cubicBezTo>
                  <a:cubicBezTo>
                    <a:pt x="1280" y="5"/>
                    <a:pt x="1284" y="0"/>
                    <a:pt x="1290" y="0"/>
                  </a:cubicBezTo>
                  <a:close/>
                  <a:moveTo>
                    <a:pt x="1418" y="0"/>
                  </a:moveTo>
                  <a:lnTo>
                    <a:pt x="1482" y="0"/>
                  </a:lnTo>
                  <a:cubicBezTo>
                    <a:pt x="1488" y="0"/>
                    <a:pt x="1493" y="5"/>
                    <a:pt x="1493" y="11"/>
                  </a:cubicBezTo>
                  <a:cubicBezTo>
                    <a:pt x="1493" y="17"/>
                    <a:pt x="1488" y="22"/>
                    <a:pt x="1482" y="22"/>
                  </a:cubicBezTo>
                  <a:lnTo>
                    <a:pt x="1418" y="22"/>
                  </a:lnTo>
                  <a:cubicBezTo>
                    <a:pt x="1412" y="22"/>
                    <a:pt x="1408" y="17"/>
                    <a:pt x="1408" y="11"/>
                  </a:cubicBezTo>
                  <a:cubicBezTo>
                    <a:pt x="1408" y="5"/>
                    <a:pt x="1412" y="0"/>
                    <a:pt x="1418" y="0"/>
                  </a:cubicBezTo>
                  <a:close/>
                  <a:moveTo>
                    <a:pt x="1546" y="0"/>
                  </a:moveTo>
                  <a:lnTo>
                    <a:pt x="1610" y="0"/>
                  </a:lnTo>
                  <a:cubicBezTo>
                    <a:pt x="1616" y="0"/>
                    <a:pt x="1621" y="5"/>
                    <a:pt x="1621" y="11"/>
                  </a:cubicBezTo>
                  <a:cubicBezTo>
                    <a:pt x="1621" y="17"/>
                    <a:pt x="1616" y="22"/>
                    <a:pt x="1610" y="22"/>
                  </a:cubicBezTo>
                  <a:lnTo>
                    <a:pt x="1546" y="22"/>
                  </a:lnTo>
                  <a:cubicBezTo>
                    <a:pt x="1540" y="22"/>
                    <a:pt x="1536" y="17"/>
                    <a:pt x="1536" y="11"/>
                  </a:cubicBezTo>
                  <a:cubicBezTo>
                    <a:pt x="1536" y="5"/>
                    <a:pt x="1540" y="0"/>
                    <a:pt x="1546" y="0"/>
                  </a:cubicBezTo>
                  <a:close/>
                  <a:moveTo>
                    <a:pt x="1674" y="0"/>
                  </a:moveTo>
                  <a:lnTo>
                    <a:pt x="1738" y="0"/>
                  </a:lnTo>
                  <a:cubicBezTo>
                    <a:pt x="1744" y="0"/>
                    <a:pt x="1749" y="5"/>
                    <a:pt x="1749" y="11"/>
                  </a:cubicBezTo>
                  <a:cubicBezTo>
                    <a:pt x="1749" y="17"/>
                    <a:pt x="1744" y="22"/>
                    <a:pt x="1738" y="22"/>
                  </a:cubicBezTo>
                  <a:lnTo>
                    <a:pt x="1674" y="22"/>
                  </a:lnTo>
                  <a:cubicBezTo>
                    <a:pt x="1668" y="22"/>
                    <a:pt x="1664" y="17"/>
                    <a:pt x="1664" y="11"/>
                  </a:cubicBezTo>
                  <a:cubicBezTo>
                    <a:pt x="1664" y="5"/>
                    <a:pt x="1668" y="0"/>
                    <a:pt x="1674" y="0"/>
                  </a:cubicBezTo>
                  <a:close/>
                  <a:moveTo>
                    <a:pt x="1802" y="0"/>
                  </a:moveTo>
                  <a:lnTo>
                    <a:pt x="1866" y="0"/>
                  </a:lnTo>
                  <a:cubicBezTo>
                    <a:pt x="1872" y="0"/>
                    <a:pt x="1877" y="5"/>
                    <a:pt x="1877" y="11"/>
                  </a:cubicBezTo>
                  <a:cubicBezTo>
                    <a:pt x="1877" y="17"/>
                    <a:pt x="1872" y="22"/>
                    <a:pt x="1866" y="22"/>
                  </a:cubicBezTo>
                  <a:lnTo>
                    <a:pt x="1802" y="22"/>
                  </a:lnTo>
                  <a:cubicBezTo>
                    <a:pt x="1796" y="22"/>
                    <a:pt x="1792" y="17"/>
                    <a:pt x="1792" y="11"/>
                  </a:cubicBezTo>
                  <a:cubicBezTo>
                    <a:pt x="1792" y="5"/>
                    <a:pt x="1796" y="0"/>
                    <a:pt x="1802" y="0"/>
                  </a:cubicBezTo>
                  <a:close/>
                  <a:moveTo>
                    <a:pt x="1930" y="0"/>
                  </a:moveTo>
                  <a:lnTo>
                    <a:pt x="1994" y="0"/>
                  </a:lnTo>
                  <a:cubicBezTo>
                    <a:pt x="2000" y="0"/>
                    <a:pt x="2005" y="5"/>
                    <a:pt x="2005" y="11"/>
                  </a:cubicBezTo>
                  <a:cubicBezTo>
                    <a:pt x="2005" y="17"/>
                    <a:pt x="2000" y="22"/>
                    <a:pt x="1994" y="22"/>
                  </a:cubicBezTo>
                  <a:lnTo>
                    <a:pt x="1930" y="22"/>
                  </a:lnTo>
                  <a:cubicBezTo>
                    <a:pt x="1924" y="22"/>
                    <a:pt x="1920" y="17"/>
                    <a:pt x="1920" y="11"/>
                  </a:cubicBezTo>
                  <a:cubicBezTo>
                    <a:pt x="1920" y="5"/>
                    <a:pt x="1924" y="0"/>
                    <a:pt x="1930" y="0"/>
                  </a:cubicBezTo>
                  <a:close/>
                  <a:moveTo>
                    <a:pt x="2058" y="0"/>
                  </a:moveTo>
                  <a:lnTo>
                    <a:pt x="2122" y="0"/>
                  </a:lnTo>
                  <a:cubicBezTo>
                    <a:pt x="2128" y="0"/>
                    <a:pt x="2133" y="5"/>
                    <a:pt x="2133" y="11"/>
                  </a:cubicBezTo>
                  <a:cubicBezTo>
                    <a:pt x="2133" y="17"/>
                    <a:pt x="2128" y="22"/>
                    <a:pt x="2122" y="22"/>
                  </a:cubicBezTo>
                  <a:lnTo>
                    <a:pt x="2058" y="22"/>
                  </a:lnTo>
                  <a:cubicBezTo>
                    <a:pt x="2052" y="22"/>
                    <a:pt x="2048" y="17"/>
                    <a:pt x="2048" y="11"/>
                  </a:cubicBezTo>
                  <a:cubicBezTo>
                    <a:pt x="2048" y="5"/>
                    <a:pt x="2052" y="0"/>
                    <a:pt x="2058" y="0"/>
                  </a:cubicBezTo>
                  <a:close/>
                  <a:moveTo>
                    <a:pt x="2186" y="0"/>
                  </a:moveTo>
                  <a:lnTo>
                    <a:pt x="2250" y="0"/>
                  </a:lnTo>
                  <a:cubicBezTo>
                    <a:pt x="2256" y="0"/>
                    <a:pt x="2261" y="5"/>
                    <a:pt x="2261" y="11"/>
                  </a:cubicBezTo>
                  <a:cubicBezTo>
                    <a:pt x="2261" y="17"/>
                    <a:pt x="2256" y="22"/>
                    <a:pt x="2250" y="22"/>
                  </a:cubicBezTo>
                  <a:lnTo>
                    <a:pt x="2186" y="22"/>
                  </a:lnTo>
                  <a:cubicBezTo>
                    <a:pt x="2180" y="22"/>
                    <a:pt x="2176" y="17"/>
                    <a:pt x="2176" y="11"/>
                  </a:cubicBezTo>
                  <a:cubicBezTo>
                    <a:pt x="2176" y="5"/>
                    <a:pt x="2180" y="0"/>
                    <a:pt x="2186" y="0"/>
                  </a:cubicBezTo>
                  <a:close/>
                  <a:moveTo>
                    <a:pt x="2314" y="0"/>
                  </a:moveTo>
                  <a:lnTo>
                    <a:pt x="2378" y="0"/>
                  </a:lnTo>
                  <a:cubicBezTo>
                    <a:pt x="2384" y="0"/>
                    <a:pt x="2389" y="5"/>
                    <a:pt x="2389" y="11"/>
                  </a:cubicBezTo>
                  <a:cubicBezTo>
                    <a:pt x="2389" y="17"/>
                    <a:pt x="2384" y="22"/>
                    <a:pt x="2378" y="22"/>
                  </a:cubicBezTo>
                  <a:lnTo>
                    <a:pt x="2314" y="22"/>
                  </a:lnTo>
                  <a:cubicBezTo>
                    <a:pt x="2308" y="22"/>
                    <a:pt x="2304" y="17"/>
                    <a:pt x="2304" y="11"/>
                  </a:cubicBezTo>
                  <a:cubicBezTo>
                    <a:pt x="2304" y="5"/>
                    <a:pt x="2308" y="0"/>
                    <a:pt x="2314" y="0"/>
                  </a:cubicBezTo>
                  <a:close/>
                  <a:moveTo>
                    <a:pt x="2442" y="0"/>
                  </a:moveTo>
                  <a:lnTo>
                    <a:pt x="2506" y="0"/>
                  </a:lnTo>
                  <a:cubicBezTo>
                    <a:pt x="2512" y="0"/>
                    <a:pt x="2517" y="5"/>
                    <a:pt x="2517" y="11"/>
                  </a:cubicBezTo>
                  <a:cubicBezTo>
                    <a:pt x="2517" y="17"/>
                    <a:pt x="2512" y="22"/>
                    <a:pt x="2506" y="22"/>
                  </a:cubicBezTo>
                  <a:lnTo>
                    <a:pt x="2442" y="22"/>
                  </a:lnTo>
                  <a:cubicBezTo>
                    <a:pt x="2436" y="22"/>
                    <a:pt x="2432" y="17"/>
                    <a:pt x="2432" y="11"/>
                  </a:cubicBezTo>
                  <a:cubicBezTo>
                    <a:pt x="2432" y="5"/>
                    <a:pt x="2436" y="0"/>
                    <a:pt x="2442" y="0"/>
                  </a:cubicBezTo>
                  <a:close/>
                  <a:moveTo>
                    <a:pt x="2570" y="0"/>
                  </a:moveTo>
                  <a:lnTo>
                    <a:pt x="2634" y="0"/>
                  </a:lnTo>
                  <a:cubicBezTo>
                    <a:pt x="2640" y="0"/>
                    <a:pt x="2645" y="5"/>
                    <a:pt x="2645" y="11"/>
                  </a:cubicBezTo>
                  <a:cubicBezTo>
                    <a:pt x="2645" y="17"/>
                    <a:pt x="2640" y="22"/>
                    <a:pt x="2634" y="22"/>
                  </a:cubicBezTo>
                  <a:lnTo>
                    <a:pt x="2570" y="22"/>
                  </a:lnTo>
                  <a:cubicBezTo>
                    <a:pt x="2564" y="22"/>
                    <a:pt x="2560" y="17"/>
                    <a:pt x="2560" y="11"/>
                  </a:cubicBezTo>
                  <a:cubicBezTo>
                    <a:pt x="2560" y="5"/>
                    <a:pt x="2564" y="0"/>
                    <a:pt x="2570" y="0"/>
                  </a:cubicBezTo>
                  <a:close/>
                  <a:moveTo>
                    <a:pt x="2698" y="0"/>
                  </a:moveTo>
                  <a:lnTo>
                    <a:pt x="2762" y="0"/>
                  </a:lnTo>
                  <a:cubicBezTo>
                    <a:pt x="2768" y="0"/>
                    <a:pt x="2773" y="5"/>
                    <a:pt x="2773" y="11"/>
                  </a:cubicBezTo>
                  <a:cubicBezTo>
                    <a:pt x="2773" y="17"/>
                    <a:pt x="2768" y="22"/>
                    <a:pt x="2762" y="22"/>
                  </a:cubicBezTo>
                  <a:lnTo>
                    <a:pt x="2698" y="22"/>
                  </a:lnTo>
                  <a:cubicBezTo>
                    <a:pt x="2692" y="22"/>
                    <a:pt x="2688" y="17"/>
                    <a:pt x="2688" y="11"/>
                  </a:cubicBezTo>
                  <a:cubicBezTo>
                    <a:pt x="2688" y="5"/>
                    <a:pt x="2692" y="0"/>
                    <a:pt x="2698" y="0"/>
                  </a:cubicBezTo>
                  <a:close/>
                  <a:moveTo>
                    <a:pt x="2826" y="0"/>
                  </a:moveTo>
                  <a:lnTo>
                    <a:pt x="2890" y="0"/>
                  </a:lnTo>
                  <a:cubicBezTo>
                    <a:pt x="2896" y="0"/>
                    <a:pt x="2901" y="5"/>
                    <a:pt x="2901" y="11"/>
                  </a:cubicBezTo>
                  <a:cubicBezTo>
                    <a:pt x="2901" y="17"/>
                    <a:pt x="2896" y="22"/>
                    <a:pt x="2890" y="22"/>
                  </a:cubicBezTo>
                  <a:lnTo>
                    <a:pt x="2826" y="22"/>
                  </a:lnTo>
                  <a:cubicBezTo>
                    <a:pt x="2820" y="22"/>
                    <a:pt x="2816" y="17"/>
                    <a:pt x="2816" y="11"/>
                  </a:cubicBezTo>
                  <a:cubicBezTo>
                    <a:pt x="2816" y="5"/>
                    <a:pt x="2820" y="0"/>
                    <a:pt x="2826" y="0"/>
                  </a:cubicBezTo>
                  <a:close/>
                  <a:moveTo>
                    <a:pt x="2954" y="0"/>
                  </a:moveTo>
                  <a:lnTo>
                    <a:pt x="3018" y="0"/>
                  </a:lnTo>
                  <a:cubicBezTo>
                    <a:pt x="3024" y="0"/>
                    <a:pt x="3029" y="5"/>
                    <a:pt x="3029" y="11"/>
                  </a:cubicBezTo>
                  <a:cubicBezTo>
                    <a:pt x="3029" y="17"/>
                    <a:pt x="3024" y="22"/>
                    <a:pt x="3018" y="22"/>
                  </a:cubicBezTo>
                  <a:lnTo>
                    <a:pt x="2954" y="22"/>
                  </a:lnTo>
                  <a:cubicBezTo>
                    <a:pt x="2948" y="22"/>
                    <a:pt x="2944" y="17"/>
                    <a:pt x="2944" y="11"/>
                  </a:cubicBezTo>
                  <a:cubicBezTo>
                    <a:pt x="2944" y="5"/>
                    <a:pt x="2948" y="0"/>
                    <a:pt x="2954" y="0"/>
                  </a:cubicBezTo>
                  <a:close/>
                  <a:moveTo>
                    <a:pt x="3082" y="0"/>
                  </a:moveTo>
                  <a:lnTo>
                    <a:pt x="3146" y="0"/>
                  </a:lnTo>
                  <a:cubicBezTo>
                    <a:pt x="3152" y="0"/>
                    <a:pt x="3157" y="5"/>
                    <a:pt x="3157" y="11"/>
                  </a:cubicBezTo>
                  <a:cubicBezTo>
                    <a:pt x="3157" y="17"/>
                    <a:pt x="3152" y="22"/>
                    <a:pt x="3146" y="22"/>
                  </a:cubicBezTo>
                  <a:lnTo>
                    <a:pt x="3082" y="22"/>
                  </a:lnTo>
                  <a:cubicBezTo>
                    <a:pt x="3076" y="22"/>
                    <a:pt x="3072" y="17"/>
                    <a:pt x="3072" y="11"/>
                  </a:cubicBezTo>
                  <a:cubicBezTo>
                    <a:pt x="3072" y="5"/>
                    <a:pt x="3076" y="0"/>
                    <a:pt x="3082" y="0"/>
                  </a:cubicBezTo>
                  <a:close/>
                  <a:moveTo>
                    <a:pt x="3210" y="0"/>
                  </a:moveTo>
                  <a:lnTo>
                    <a:pt x="3274" y="0"/>
                  </a:lnTo>
                  <a:cubicBezTo>
                    <a:pt x="3280" y="0"/>
                    <a:pt x="3285" y="5"/>
                    <a:pt x="3285" y="11"/>
                  </a:cubicBezTo>
                  <a:cubicBezTo>
                    <a:pt x="3285" y="17"/>
                    <a:pt x="3280" y="22"/>
                    <a:pt x="3274" y="22"/>
                  </a:cubicBezTo>
                  <a:lnTo>
                    <a:pt x="3210" y="22"/>
                  </a:lnTo>
                  <a:cubicBezTo>
                    <a:pt x="3204" y="22"/>
                    <a:pt x="3200" y="17"/>
                    <a:pt x="3200" y="11"/>
                  </a:cubicBezTo>
                  <a:cubicBezTo>
                    <a:pt x="3200" y="5"/>
                    <a:pt x="3204" y="0"/>
                    <a:pt x="3210" y="0"/>
                  </a:cubicBezTo>
                  <a:close/>
                  <a:moveTo>
                    <a:pt x="3338" y="0"/>
                  </a:moveTo>
                  <a:lnTo>
                    <a:pt x="3402" y="0"/>
                  </a:lnTo>
                  <a:cubicBezTo>
                    <a:pt x="3408" y="0"/>
                    <a:pt x="3413" y="5"/>
                    <a:pt x="3413" y="11"/>
                  </a:cubicBezTo>
                  <a:cubicBezTo>
                    <a:pt x="3413" y="17"/>
                    <a:pt x="3408" y="22"/>
                    <a:pt x="3402" y="22"/>
                  </a:cubicBezTo>
                  <a:lnTo>
                    <a:pt x="3338" y="22"/>
                  </a:lnTo>
                  <a:cubicBezTo>
                    <a:pt x="3332" y="22"/>
                    <a:pt x="3328" y="17"/>
                    <a:pt x="3328" y="11"/>
                  </a:cubicBezTo>
                  <a:cubicBezTo>
                    <a:pt x="3328" y="5"/>
                    <a:pt x="3332" y="0"/>
                    <a:pt x="3338" y="0"/>
                  </a:cubicBezTo>
                  <a:close/>
                  <a:moveTo>
                    <a:pt x="3466" y="0"/>
                  </a:moveTo>
                  <a:lnTo>
                    <a:pt x="3530" y="0"/>
                  </a:lnTo>
                  <a:cubicBezTo>
                    <a:pt x="3536" y="0"/>
                    <a:pt x="3541" y="5"/>
                    <a:pt x="3541" y="11"/>
                  </a:cubicBezTo>
                  <a:cubicBezTo>
                    <a:pt x="3541" y="17"/>
                    <a:pt x="3536" y="22"/>
                    <a:pt x="3530" y="22"/>
                  </a:cubicBezTo>
                  <a:lnTo>
                    <a:pt x="3466" y="22"/>
                  </a:lnTo>
                  <a:cubicBezTo>
                    <a:pt x="3460" y="22"/>
                    <a:pt x="3456" y="17"/>
                    <a:pt x="3456" y="11"/>
                  </a:cubicBezTo>
                  <a:cubicBezTo>
                    <a:pt x="3456" y="5"/>
                    <a:pt x="3460" y="0"/>
                    <a:pt x="3466" y="0"/>
                  </a:cubicBezTo>
                  <a:close/>
                  <a:moveTo>
                    <a:pt x="3594" y="0"/>
                  </a:moveTo>
                  <a:lnTo>
                    <a:pt x="3658" y="0"/>
                  </a:lnTo>
                  <a:cubicBezTo>
                    <a:pt x="3664" y="0"/>
                    <a:pt x="3669" y="5"/>
                    <a:pt x="3669" y="11"/>
                  </a:cubicBezTo>
                  <a:cubicBezTo>
                    <a:pt x="3669" y="17"/>
                    <a:pt x="3664" y="22"/>
                    <a:pt x="3658" y="22"/>
                  </a:cubicBezTo>
                  <a:lnTo>
                    <a:pt x="3594" y="22"/>
                  </a:lnTo>
                  <a:cubicBezTo>
                    <a:pt x="3588" y="22"/>
                    <a:pt x="3584" y="17"/>
                    <a:pt x="3584" y="11"/>
                  </a:cubicBezTo>
                  <a:cubicBezTo>
                    <a:pt x="3584" y="5"/>
                    <a:pt x="3588" y="0"/>
                    <a:pt x="3594" y="0"/>
                  </a:cubicBezTo>
                  <a:close/>
                  <a:moveTo>
                    <a:pt x="3722" y="0"/>
                  </a:moveTo>
                  <a:lnTo>
                    <a:pt x="3786" y="0"/>
                  </a:lnTo>
                  <a:cubicBezTo>
                    <a:pt x="3792" y="0"/>
                    <a:pt x="3797" y="5"/>
                    <a:pt x="3797" y="11"/>
                  </a:cubicBezTo>
                  <a:cubicBezTo>
                    <a:pt x="3797" y="17"/>
                    <a:pt x="3792" y="22"/>
                    <a:pt x="3786" y="22"/>
                  </a:cubicBezTo>
                  <a:lnTo>
                    <a:pt x="3722" y="22"/>
                  </a:lnTo>
                  <a:cubicBezTo>
                    <a:pt x="3716" y="22"/>
                    <a:pt x="3712" y="17"/>
                    <a:pt x="3712" y="11"/>
                  </a:cubicBezTo>
                  <a:cubicBezTo>
                    <a:pt x="3712" y="5"/>
                    <a:pt x="3716" y="0"/>
                    <a:pt x="3722" y="0"/>
                  </a:cubicBezTo>
                  <a:close/>
                  <a:moveTo>
                    <a:pt x="3850" y="0"/>
                  </a:moveTo>
                  <a:lnTo>
                    <a:pt x="3914" y="0"/>
                  </a:lnTo>
                  <a:cubicBezTo>
                    <a:pt x="3920" y="0"/>
                    <a:pt x="3925" y="5"/>
                    <a:pt x="3925" y="11"/>
                  </a:cubicBezTo>
                  <a:cubicBezTo>
                    <a:pt x="3925" y="17"/>
                    <a:pt x="3920" y="22"/>
                    <a:pt x="3914" y="22"/>
                  </a:cubicBezTo>
                  <a:lnTo>
                    <a:pt x="3850" y="22"/>
                  </a:lnTo>
                  <a:cubicBezTo>
                    <a:pt x="3844" y="22"/>
                    <a:pt x="3840" y="17"/>
                    <a:pt x="3840" y="11"/>
                  </a:cubicBezTo>
                  <a:cubicBezTo>
                    <a:pt x="3840" y="5"/>
                    <a:pt x="3844" y="0"/>
                    <a:pt x="3850" y="0"/>
                  </a:cubicBezTo>
                  <a:close/>
                  <a:moveTo>
                    <a:pt x="3978" y="0"/>
                  </a:moveTo>
                  <a:lnTo>
                    <a:pt x="4042" y="0"/>
                  </a:lnTo>
                  <a:cubicBezTo>
                    <a:pt x="4048" y="0"/>
                    <a:pt x="4053" y="5"/>
                    <a:pt x="4053" y="11"/>
                  </a:cubicBezTo>
                  <a:cubicBezTo>
                    <a:pt x="4053" y="17"/>
                    <a:pt x="4048" y="22"/>
                    <a:pt x="4042" y="22"/>
                  </a:cubicBezTo>
                  <a:lnTo>
                    <a:pt x="3978" y="22"/>
                  </a:lnTo>
                  <a:cubicBezTo>
                    <a:pt x="3972" y="22"/>
                    <a:pt x="3968" y="17"/>
                    <a:pt x="3968" y="11"/>
                  </a:cubicBezTo>
                  <a:cubicBezTo>
                    <a:pt x="3968" y="5"/>
                    <a:pt x="3972" y="0"/>
                    <a:pt x="3978" y="0"/>
                  </a:cubicBezTo>
                  <a:close/>
                  <a:moveTo>
                    <a:pt x="4106" y="0"/>
                  </a:moveTo>
                  <a:lnTo>
                    <a:pt x="4170" y="0"/>
                  </a:lnTo>
                  <a:cubicBezTo>
                    <a:pt x="4176" y="0"/>
                    <a:pt x="4181" y="5"/>
                    <a:pt x="4181" y="11"/>
                  </a:cubicBezTo>
                  <a:cubicBezTo>
                    <a:pt x="4181" y="17"/>
                    <a:pt x="4176" y="22"/>
                    <a:pt x="4170" y="22"/>
                  </a:cubicBezTo>
                  <a:lnTo>
                    <a:pt x="4106" y="22"/>
                  </a:lnTo>
                  <a:cubicBezTo>
                    <a:pt x="4100" y="22"/>
                    <a:pt x="4096" y="17"/>
                    <a:pt x="4096" y="11"/>
                  </a:cubicBezTo>
                  <a:cubicBezTo>
                    <a:pt x="4096" y="5"/>
                    <a:pt x="4100" y="0"/>
                    <a:pt x="4106" y="0"/>
                  </a:cubicBezTo>
                  <a:close/>
                  <a:moveTo>
                    <a:pt x="4234" y="0"/>
                  </a:moveTo>
                  <a:lnTo>
                    <a:pt x="4298" y="0"/>
                  </a:lnTo>
                  <a:cubicBezTo>
                    <a:pt x="4304" y="0"/>
                    <a:pt x="4309" y="5"/>
                    <a:pt x="4309" y="11"/>
                  </a:cubicBezTo>
                  <a:cubicBezTo>
                    <a:pt x="4309" y="17"/>
                    <a:pt x="4304" y="22"/>
                    <a:pt x="4298" y="22"/>
                  </a:cubicBezTo>
                  <a:lnTo>
                    <a:pt x="4234" y="22"/>
                  </a:lnTo>
                  <a:cubicBezTo>
                    <a:pt x="4228" y="22"/>
                    <a:pt x="4224" y="17"/>
                    <a:pt x="4224" y="11"/>
                  </a:cubicBezTo>
                  <a:cubicBezTo>
                    <a:pt x="4224" y="5"/>
                    <a:pt x="4228" y="0"/>
                    <a:pt x="4234" y="0"/>
                  </a:cubicBezTo>
                  <a:close/>
                  <a:moveTo>
                    <a:pt x="4362" y="0"/>
                  </a:moveTo>
                  <a:lnTo>
                    <a:pt x="4426" y="0"/>
                  </a:lnTo>
                  <a:cubicBezTo>
                    <a:pt x="4432" y="0"/>
                    <a:pt x="4437" y="5"/>
                    <a:pt x="4437" y="11"/>
                  </a:cubicBezTo>
                  <a:cubicBezTo>
                    <a:pt x="4437" y="17"/>
                    <a:pt x="4432" y="22"/>
                    <a:pt x="4426" y="22"/>
                  </a:cubicBezTo>
                  <a:lnTo>
                    <a:pt x="4362" y="22"/>
                  </a:lnTo>
                  <a:cubicBezTo>
                    <a:pt x="4356" y="22"/>
                    <a:pt x="4352" y="17"/>
                    <a:pt x="4352" y="11"/>
                  </a:cubicBezTo>
                  <a:cubicBezTo>
                    <a:pt x="4352" y="5"/>
                    <a:pt x="4356" y="0"/>
                    <a:pt x="4362" y="0"/>
                  </a:cubicBezTo>
                  <a:close/>
                  <a:moveTo>
                    <a:pt x="4490" y="0"/>
                  </a:moveTo>
                  <a:lnTo>
                    <a:pt x="4554" y="0"/>
                  </a:lnTo>
                  <a:cubicBezTo>
                    <a:pt x="4560" y="0"/>
                    <a:pt x="4565" y="5"/>
                    <a:pt x="4565" y="11"/>
                  </a:cubicBezTo>
                  <a:cubicBezTo>
                    <a:pt x="4565" y="17"/>
                    <a:pt x="4560" y="22"/>
                    <a:pt x="4554" y="22"/>
                  </a:cubicBezTo>
                  <a:lnTo>
                    <a:pt x="4490" y="22"/>
                  </a:lnTo>
                  <a:cubicBezTo>
                    <a:pt x="4484" y="22"/>
                    <a:pt x="4480" y="17"/>
                    <a:pt x="4480" y="11"/>
                  </a:cubicBezTo>
                  <a:cubicBezTo>
                    <a:pt x="4480" y="5"/>
                    <a:pt x="4484" y="0"/>
                    <a:pt x="4490" y="0"/>
                  </a:cubicBezTo>
                  <a:close/>
                  <a:moveTo>
                    <a:pt x="4618" y="0"/>
                  </a:moveTo>
                  <a:lnTo>
                    <a:pt x="4682" y="0"/>
                  </a:lnTo>
                  <a:cubicBezTo>
                    <a:pt x="4688" y="0"/>
                    <a:pt x="4693" y="5"/>
                    <a:pt x="4693" y="11"/>
                  </a:cubicBezTo>
                  <a:cubicBezTo>
                    <a:pt x="4693" y="17"/>
                    <a:pt x="4688" y="22"/>
                    <a:pt x="4682" y="22"/>
                  </a:cubicBezTo>
                  <a:lnTo>
                    <a:pt x="4618" y="22"/>
                  </a:lnTo>
                  <a:cubicBezTo>
                    <a:pt x="4612" y="22"/>
                    <a:pt x="4608" y="17"/>
                    <a:pt x="4608" y="11"/>
                  </a:cubicBezTo>
                  <a:cubicBezTo>
                    <a:pt x="4608" y="5"/>
                    <a:pt x="4612" y="0"/>
                    <a:pt x="4618" y="0"/>
                  </a:cubicBezTo>
                  <a:close/>
                  <a:moveTo>
                    <a:pt x="4746" y="0"/>
                  </a:moveTo>
                  <a:lnTo>
                    <a:pt x="4810" y="0"/>
                  </a:lnTo>
                  <a:cubicBezTo>
                    <a:pt x="4816" y="0"/>
                    <a:pt x="4821" y="5"/>
                    <a:pt x="4821" y="11"/>
                  </a:cubicBezTo>
                  <a:cubicBezTo>
                    <a:pt x="4821" y="17"/>
                    <a:pt x="4816" y="22"/>
                    <a:pt x="4810" y="22"/>
                  </a:cubicBezTo>
                  <a:lnTo>
                    <a:pt x="4746" y="22"/>
                  </a:lnTo>
                  <a:cubicBezTo>
                    <a:pt x="4740" y="22"/>
                    <a:pt x="4736" y="17"/>
                    <a:pt x="4736" y="11"/>
                  </a:cubicBezTo>
                  <a:cubicBezTo>
                    <a:pt x="4736" y="5"/>
                    <a:pt x="4740" y="0"/>
                    <a:pt x="4746" y="0"/>
                  </a:cubicBezTo>
                  <a:close/>
                  <a:moveTo>
                    <a:pt x="4874" y="0"/>
                  </a:moveTo>
                  <a:lnTo>
                    <a:pt x="4938" y="0"/>
                  </a:lnTo>
                  <a:cubicBezTo>
                    <a:pt x="4944" y="0"/>
                    <a:pt x="4949" y="5"/>
                    <a:pt x="4949" y="11"/>
                  </a:cubicBezTo>
                  <a:cubicBezTo>
                    <a:pt x="4949" y="17"/>
                    <a:pt x="4944" y="22"/>
                    <a:pt x="4938" y="22"/>
                  </a:cubicBezTo>
                  <a:lnTo>
                    <a:pt x="4874" y="22"/>
                  </a:lnTo>
                  <a:cubicBezTo>
                    <a:pt x="4868" y="22"/>
                    <a:pt x="4864" y="17"/>
                    <a:pt x="4864" y="11"/>
                  </a:cubicBezTo>
                  <a:cubicBezTo>
                    <a:pt x="4864" y="5"/>
                    <a:pt x="4868" y="0"/>
                    <a:pt x="4874" y="0"/>
                  </a:cubicBezTo>
                  <a:close/>
                  <a:moveTo>
                    <a:pt x="5002" y="0"/>
                  </a:moveTo>
                  <a:lnTo>
                    <a:pt x="5066" y="0"/>
                  </a:lnTo>
                  <a:cubicBezTo>
                    <a:pt x="5072" y="0"/>
                    <a:pt x="5077" y="5"/>
                    <a:pt x="5077" y="11"/>
                  </a:cubicBezTo>
                  <a:cubicBezTo>
                    <a:pt x="5077" y="17"/>
                    <a:pt x="5072" y="22"/>
                    <a:pt x="5066" y="22"/>
                  </a:cubicBezTo>
                  <a:lnTo>
                    <a:pt x="5002" y="22"/>
                  </a:lnTo>
                  <a:cubicBezTo>
                    <a:pt x="4996" y="22"/>
                    <a:pt x="4992" y="17"/>
                    <a:pt x="4992" y="11"/>
                  </a:cubicBezTo>
                  <a:cubicBezTo>
                    <a:pt x="4992" y="5"/>
                    <a:pt x="4996" y="0"/>
                    <a:pt x="5002" y="0"/>
                  </a:cubicBezTo>
                  <a:close/>
                  <a:moveTo>
                    <a:pt x="5130" y="0"/>
                  </a:moveTo>
                  <a:lnTo>
                    <a:pt x="5194" y="0"/>
                  </a:lnTo>
                  <a:cubicBezTo>
                    <a:pt x="5200" y="0"/>
                    <a:pt x="5205" y="5"/>
                    <a:pt x="5205" y="11"/>
                  </a:cubicBezTo>
                  <a:cubicBezTo>
                    <a:pt x="5205" y="17"/>
                    <a:pt x="5200" y="22"/>
                    <a:pt x="5194" y="22"/>
                  </a:cubicBezTo>
                  <a:lnTo>
                    <a:pt x="5130" y="22"/>
                  </a:lnTo>
                  <a:cubicBezTo>
                    <a:pt x="5124" y="22"/>
                    <a:pt x="5120" y="17"/>
                    <a:pt x="5120" y="11"/>
                  </a:cubicBezTo>
                  <a:cubicBezTo>
                    <a:pt x="5120" y="5"/>
                    <a:pt x="5124" y="0"/>
                    <a:pt x="5130" y="0"/>
                  </a:cubicBezTo>
                  <a:close/>
                  <a:moveTo>
                    <a:pt x="5258" y="0"/>
                  </a:moveTo>
                  <a:lnTo>
                    <a:pt x="5322" y="0"/>
                  </a:lnTo>
                  <a:cubicBezTo>
                    <a:pt x="5328" y="0"/>
                    <a:pt x="5333" y="5"/>
                    <a:pt x="5333" y="11"/>
                  </a:cubicBezTo>
                  <a:cubicBezTo>
                    <a:pt x="5333" y="17"/>
                    <a:pt x="5328" y="22"/>
                    <a:pt x="5322" y="22"/>
                  </a:cubicBezTo>
                  <a:lnTo>
                    <a:pt x="5258" y="22"/>
                  </a:lnTo>
                  <a:cubicBezTo>
                    <a:pt x="5252" y="22"/>
                    <a:pt x="5248" y="17"/>
                    <a:pt x="5248" y="11"/>
                  </a:cubicBezTo>
                  <a:cubicBezTo>
                    <a:pt x="5248" y="5"/>
                    <a:pt x="5252" y="0"/>
                    <a:pt x="5258" y="0"/>
                  </a:cubicBezTo>
                  <a:close/>
                  <a:moveTo>
                    <a:pt x="5386" y="0"/>
                  </a:moveTo>
                  <a:lnTo>
                    <a:pt x="5450" y="0"/>
                  </a:lnTo>
                  <a:cubicBezTo>
                    <a:pt x="5456" y="0"/>
                    <a:pt x="5461" y="5"/>
                    <a:pt x="5461" y="11"/>
                  </a:cubicBezTo>
                  <a:cubicBezTo>
                    <a:pt x="5461" y="17"/>
                    <a:pt x="5456" y="22"/>
                    <a:pt x="5450" y="22"/>
                  </a:cubicBezTo>
                  <a:lnTo>
                    <a:pt x="5386" y="22"/>
                  </a:lnTo>
                  <a:cubicBezTo>
                    <a:pt x="5380" y="22"/>
                    <a:pt x="5376" y="17"/>
                    <a:pt x="5376" y="11"/>
                  </a:cubicBezTo>
                  <a:cubicBezTo>
                    <a:pt x="5376" y="5"/>
                    <a:pt x="5380" y="0"/>
                    <a:pt x="5386" y="0"/>
                  </a:cubicBezTo>
                  <a:close/>
                  <a:moveTo>
                    <a:pt x="5514" y="0"/>
                  </a:moveTo>
                  <a:lnTo>
                    <a:pt x="5578" y="0"/>
                  </a:lnTo>
                  <a:cubicBezTo>
                    <a:pt x="5584" y="0"/>
                    <a:pt x="5589" y="5"/>
                    <a:pt x="5589" y="11"/>
                  </a:cubicBezTo>
                  <a:cubicBezTo>
                    <a:pt x="5589" y="17"/>
                    <a:pt x="5584" y="22"/>
                    <a:pt x="5578" y="22"/>
                  </a:cubicBezTo>
                  <a:lnTo>
                    <a:pt x="5514" y="22"/>
                  </a:lnTo>
                  <a:cubicBezTo>
                    <a:pt x="5508" y="22"/>
                    <a:pt x="5504" y="17"/>
                    <a:pt x="5504" y="11"/>
                  </a:cubicBezTo>
                  <a:cubicBezTo>
                    <a:pt x="5504" y="5"/>
                    <a:pt x="5508" y="0"/>
                    <a:pt x="5514" y="0"/>
                  </a:cubicBezTo>
                  <a:close/>
                  <a:moveTo>
                    <a:pt x="5642" y="0"/>
                  </a:moveTo>
                  <a:lnTo>
                    <a:pt x="5706" y="0"/>
                  </a:lnTo>
                  <a:cubicBezTo>
                    <a:pt x="5712" y="0"/>
                    <a:pt x="5717" y="5"/>
                    <a:pt x="5717" y="11"/>
                  </a:cubicBezTo>
                  <a:cubicBezTo>
                    <a:pt x="5717" y="17"/>
                    <a:pt x="5712" y="22"/>
                    <a:pt x="5706" y="22"/>
                  </a:cubicBezTo>
                  <a:lnTo>
                    <a:pt x="5642" y="22"/>
                  </a:lnTo>
                  <a:cubicBezTo>
                    <a:pt x="5636" y="22"/>
                    <a:pt x="5632" y="17"/>
                    <a:pt x="5632" y="11"/>
                  </a:cubicBezTo>
                  <a:cubicBezTo>
                    <a:pt x="5632" y="5"/>
                    <a:pt x="5636" y="0"/>
                    <a:pt x="5642" y="0"/>
                  </a:cubicBezTo>
                  <a:close/>
                  <a:moveTo>
                    <a:pt x="5770" y="0"/>
                  </a:moveTo>
                  <a:lnTo>
                    <a:pt x="5834" y="0"/>
                  </a:lnTo>
                  <a:cubicBezTo>
                    <a:pt x="5840" y="0"/>
                    <a:pt x="5845" y="5"/>
                    <a:pt x="5845" y="11"/>
                  </a:cubicBezTo>
                  <a:cubicBezTo>
                    <a:pt x="5845" y="17"/>
                    <a:pt x="5840" y="22"/>
                    <a:pt x="5834" y="22"/>
                  </a:cubicBezTo>
                  <a:lnTo>
                    <a:pt x="5770" y="22"/>
                  </a:lnTo>
                  <a:cubicBezTo>
                    <a:pt x="5764" y="22"/>
                    <a:pt x="5760" y="17"/>
                    <a:pt x="5760" y="11"/>
                  </a:cubicBezTo>
                  <a:cubicBezTo>
                    <a:pt x="5760" y="5"/>
                    <a:pt x="5764" y="0"/>
                    <a:pt x="5770" y="0"/>
                  </a:cubicBezTo>
                  <a:close/>
                  <a:moveTo>
                    <a:pt x="5898" y="0"/>
                  </a:moveTo>
                  <a:lnTo>
                    <a:pt x="5962" y="0"/>
                  </a:lnTo>
                  <a:cubicBezTo>
                    <a:pt x="5968" y="0"/>
                    <a:pt x="5973" y="5"/>
                    <a:pt x="5973" y="11"/>
                  </a:cubicBezTo>
                  <a:cubicBezTo>
                    <a:pt x="5973" y="17"/>
                    <a:pt x="5968" y="22"/>
                    <a:pt x="5962" y="22"/>
                  </a:cubicBezTo>
                  <a:lnTo>
                    <a:pt x="5898" y="22"/>
                  </a:lnTo>
                  <a:cubicBezTo>
                    <a:pt x="5892" y="22"/>
                    <a:pt x="5888" y="17"/>
                    <a:pt x="5888" y="11"/>
                  </a:cubicBezTo>
                  <a:cubicBezTo>
                    <a:pt x="5888" y="5"/>
                    <a:pt x="5892" y="0"/>
                    <a:pt x="5898" y="0"/>
                  </a:cubicBezTo>
                  <a:close/>
                  <a:moveTo>
                    <a:pt x="6026" y="0"/>
                  </a:moveTo>
                  <a:lnTo>
                    <a:pt x="6090" y="0"/>
                  </a:lnTo>
                  <a:cubicBezTo>
                    <a:pt x="6096" y="0"/>
                    <a:pt x="6101" y="5"/>
                    <a:pt x="6101" y="11"/>
                  </a:cubicBezTo>
                  <a:cubicBezTo>
                    <a:pt x="6101" y="17"/>
                    <a:pt x="6096" y="22"/>
                    <a:pt x="6090" y="22"/>
                  </a:cubicBezTo>
                  <a:lnTo>
                    <a:pt x="6026" y="22"/>
                  </a:lnTo>
                  <a:cubicBezTo>
                    <a:pt x="6020" y="22"/>
                    <a:pt x="6016" y="17"/>
                    <a:pt x="6016" y="11"/>
                  </a:cubicBezTo>
                  <a:cubicBezTo>
                    <a:pt x="6016" y="5"/>
                    <a:pt x="6020" y="0"/>
                    <a:pt x="6026" y="0"/>
                  </a:cubicBezTo>
                  <a:close/>
                  <a:moveTo>
                    <a:pt x="6154" y="0"/>
                  </a:moveTo>
                  <a:lnTo>
                    <a:pt x="6218" y="0"/>
                  </a:lnTo>
                  <a:cubicBezTo>
                    <a:pt x="6224" y="0"/>
                    <a:pt x="6229" y="5"/>
                    <a:pt x="6229" y="11"/>
                  </a:cubicBezTo>
                  <a:cubicBezTo>
                    <a:pt x="6229" y="17"/>
                    <a:pt x="6224" y="22"/>
                    <a:pt x="6218" y="22"/>
                  </a:cubicBezTo>
                  <a:lnTo>
                    <a:pt x="6154" y="22"/>
                  </a:lnTo>
                  <a:cubicBezTo>
                    <a:pt x="6148" y="22"/>
                    <a:pt x="6144" y="17"/>
                    <a:pt x="6144" y="11"/>
                  </a:cubicBezTo>
                  <a:cubicBezTo>
                    <a:pt x="6144" y="5"/>
                    <a:pt x="6148" y="0"/>
                    <a:pt x="6154" y="0"/>
                  </a:cubicBezTo>
                  <a:close/>
                  <a:moveTo>
                    <a:pt x="6282" y="0"/>
                  </a:moveTo>
                  <a:lnTo>
                    <a:pt x="6346" y="0"/>
                  </a:lnTo>
                  <a:cubicBezTo>
                    <a:pt x="6352" y="0"/>
                    <a:pt x="6357" y="5"/>
                    <a:pt x="6357" y="11"/>
                  </a:cubicBezTo>
                  <a:cubicBezTo>
                    <a:pt x="6357" y="17"/>
                    <a:pt x="6352" y="22"/>
                    <a:pt x="6346" y="22"/>
                  </a:cubicBezTo>
                  <a:lnTo>
                    <a:pt x="6282" y="22"/>
                  </a:lnTo>
                  <a:cubicBezTo>
                    <a:pt x="6276" y="22"/>
                    <a:pt x="6272" y="17"/>
                    <a:pt x="6272" y="11"/>
                  </a:cubicBezTo>
                  <a:cubicBezTo>
                    <a:pt x="6272" y="5"/>
                    <a:pt x="6276" y="0"/>
                    <a:pt x="6282" y="0"/>
                  </a:cubicBezTo>
                  <a:close/>
                  <a:moveTo>
                    <a:pt x="6410" y="0"/>
                  </a:moveTo>
                  <a:lnTo>
                    <a:pt x="6474" y="0"/>
                  </a:lnTo>
                  <a:cubicBezTo>
                    <a:pt x="6480" y="0"/>
                    <a:pt x="6485" y="5"/>
                    <a:pt x="6485" y="11"/>
                  </a:cubicBezTo>
                  <a:cubicBezTo>
                    <a:pt x="6485" y="17"/>
                    <a:pt x="6480" y="22"/>
                    <a:pt x="6474" y="22"/>
                  </a:cubicBezTo>
                  <a:lnTo>
                    <a:pt x="6410" y="22"/>
                  </a:lnTo>
                  <a:cubicBezTo>
                    <a:pt x="6404" y="22"/>
                    <a:pt x="6400" y="17"/>
                    <a:pt x="6400" y="11"/>
                  </a:cubicBezTo>
                  <a:cubicBezTo>
                    <a:pt x="6400" y="5"/>
                    <a:pt x="6404" y="0"/>
                    <a:pt x="6410" y="0"/>
                  </a:cubicBezTo>
                  <a:close/>
                  <a:moveTo>
                    <a:pt x="6538" y="0"/>
                  </a:moveTo>
                  <a:lnTo>
                    <a:pt x="6602" y="0"/>
                  </a:lnTo>
                  <a:cubicBezTo>
                    <a:pt x="6608" y="0"/>
                    <a:pt x="6613" y="5"/>
                    <a:pt x="6613" y="11"/>
                  </a:cubicBezTo>
                  <a:cubicBezTo>
                    <a:pt x="6613" y="17"/>
                    <a:pt x="6608" y="22"/>
                    <a:pt x="6602" y="22"/>
                  </a:cubicBezTo>
                  <a:lnTo>
                    <a:pt x="6538" y="22"/>
                  </a:lnTo>
                  <a:cubicBezTo>
                    <a:pt x="6532" y="22"/>
                    <a:pt x="6528" y="17"/>
                    <a:pt x="6528" y="11"/>
                  </a:cubicBezTo>
                  <a:cubicBezTo>
                    <a:pt x="6528" y="5"/>
                    <a:pt x="6532" y="0"/>
                    <a:pt x="6538" y="0"/>
                  </a:cubicBezTo>
                  <a:close/>
                  <a:moveTo>
                    <a:pt x="6666" y="0"/>
                  </a:moveTo>
                  <a:lnTo>
                    <a:pt x="6730" y="0"/>
                  </a:lnTo>
                  <a:cubicBezTo>
                    <a:pt x="6736" y="0"/>
                    <a:pt x="6741" y="5"/>
                    <a:pt x="6741" y="11"/>
                  </a:cubicBezTo>
                  <a:cubicBezTo>
                    <a:pt x="6741" y="17"/>
                    <a:pt x="6736" y="22"/>
                    <a:pt x="6730" y="22"/>
                  </a:cubicBezTo>
                  <a:lnTo>
                    <a:pt x="6666" y="22"/>
                  </a:lnTo>
                  <a:cubicBezTo>
                    <a:pt x="6660" y="22"/>
                    <a:pt x="6656" y="17"/>
                    <a:pt x="6656" y="11"/>
                  </a:cubicBezTo>
                  <a:cubicBezTo>
                    <a:pt x="6656" y="5"/>
                    <a:pt x="6660" y="0"/>
                    <a:pt x="6666" y="0"/>
                  </a:cubicBezTo>
                  <a:close/>
                </a:path>
              </a:pathLst>
            </a:custGeom>
            <a:solidFill>
              <a:srgbClr val="000000"/>
            </a:solidFill>
            <a:ln w="0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Rectangle 58"/>
            <p:cNvSpPr>
              <a:spLocks noChangeArrowheads="1"/>
            </p:cNvSpPr>
            <p:nvPr/>
          </p:nvSpPr>
          <p:spPr bwMode="auto">
            <a:xfrm>
              <a:off x="6946412" y="1025964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8" name="Rectangle 59"/>
            <p:cNvSpPr>
              <a:spLocks noChangeArrowheads="1"/>
            </p:cNvSpPr>
            <p:nvPr/>
          </p:nvSpPr>
          <p:spPr bwMode="auto">
            <a:xfrm>
              <a:off x="6951175" y="1602226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9" name="Rectangle 60"/>
            <p:cNvSpPr>
              <a:spLocks noChangeArrowheads="1"/>
            </p:cNvSpPr>
            <p:nvPr/>
          </p:nvSpPr>
          <p:spPr bwMode="auto">
            <a:xfrm>
              <a:off x="6951175" y="2188014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60" name="Rectangle 109"/>
            <p:cNvSpPr>
              <a:spLocks noChangeArrowheads="1"/>
            </p:cNvSpPr>
            <p:nvPr/>
          </p:nvSpPr>
          <p:spPr bwMode="auto">
            <a:xfrm>
              <a:off x="10453200" y="1962589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110"/>
            <p:cNvSpPr>
              <a:spLocks noChangeArrowheads="1"/>
            </p:cNvSpPr>
            <p:nvPr/>
          </p:nvSpPr>
          <p:spPr bwMode="auto">
            <a:xfrm>
              <a:off x="10453200" y="2176901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111"/>
            <p:cNvSpPr>
              <a:spLocks noChangeArrowheads="1"/>
            </p:cNvSpPr>
            <p:nvPr/>
          </p:nvSpPr>
          <p:spPr bwMode="auto">
            <a:xfrm>
              <a:off x="10453200" y="2391214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112"/>
            <p:cNvSpPr>
              <a:spLocks noChangeArrowheads="1"/>
            </p:cNvSpPr>
            <p:nvPr/>
          </p:nvSpPr>
          <p:spPr bwMode="auto">
            <a:xfrm>
              <a:off x="7155962" y="3843776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113"/>
            <p:cNvSpPr>
              <a:spLocks noChangeArrowheads="1"/>
            </p:cNvSpPr>
            <p:nvPr/>
          </p:nvSpPr>
          <p:spPr bwMode="auto">
            <a:xfrm>
              <a:off x="7155962" y="4054914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114"/>
            <p:cNvSpPr>
              <a:spLocks noChangeArrowheads="1"/>
            </p:cNvSpPr>
            <p:nvPr/>
          </p:nvSpPr>
          <p:spPr bwMode="auto">
            <a:xfrm>
              <a:off x="7155962" y="4270814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854364" y="953890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7855121" y="180744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8143668" y="93740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8726536" y="93734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9877352" y="94650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9296486" y="124394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8434438" y="1509334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9007037" y="152584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9296305" y="152584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9876964" y="1517085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9594400" y="180829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8146685" y="2388694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9008501" y="209676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727148" y="210608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435146" y="2389422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588671" y="2389423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8145513" y="288160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7856073" y="3293744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8437490" y="3301438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8136719" y="3547322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8435438" y="382126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8723997" y="382126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9007427" y="382126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9295960" y="412937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9584519" y="412937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9876741" y="412937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1679" y="278780"/>
            <a:ext cx="11563106" cy="103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14.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）如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图（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）所示的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PLA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阵列，写出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</a:t>
            </a:r>
            <a:r>
              <a:rPr lang="en-US" altLang="zh-CN" sz="2400" baseline="-250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的逻辑表达式；（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）对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进行化简后，在图（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）中重新表示。</a:t>
            </a:r>
            <a:endParaRPr lang="zh-CN" altLang="en-US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324331" y="1416772"/>
                <a:ext cx="11401182" cy="499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解：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</m:d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altLang="zh-CN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a:rPr lang="en-US" altLang="zh-CN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</m:d>
                      </m:e>
                    </m:nary>
                    <m:r>
                      <a:rPr lang="zh-CN" altLang="en-US" sz="20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。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化简后可得：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𝐵𝐶</m:t>
                    </m:r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。用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PLA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重新表示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如图（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）所示。</a:t>
                </a:r>
                <a:endPara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331" y="1416772"/>
                <a:ext cx="11401182" cy="499689"/>
              </a:xfrm>
              <a:prstGeom prst="rect">
                <a:avLst/>
              </a:prstGeom>
              <a:blipFill rotWithShape="1">
                <a:blip r:embed="rId1"/>
                <a:stretch>
                  <a:fillRect l="-4" t="-17" r="2" b="-2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2669357" y="5458248"/>
            <a:ext cx="10562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图（</a:t>
            </a:r>
            <a:r>
              <a:rPr lang="en-US" altLang="zh-CN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                                                                            </a:t>
            </a:r>
            <a:endParaRPr lang="zh-CN" altLang="en-US" sz="1600" b="1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73" name="组合 72"/>
          <p:cNvGrpSpPr/>
          <p:nvPr/>
        </p:nvGrpSpPr>
        <p:grpSpPr>
          <a:xfrm>
            <a:off x="1181519" y="2446179"/>
            <a:ext cx="4022725" cy="2738439"/>
            <a:chOff x="1941269" y="1645872"/>
            <a:chExt cx="4022725" cy="2738439"/>
          </a:xfrm>
        </p:grpSpPr>
        <p:sp>
          <p:nvSpPr>
            <p:cNvPr id="9" name="Line 5"/>
            <p:cNvSpPr>
              <a:spLocks noChangeShapeType="1"/>
            </p:cNvSpPr>
            <p:nvPr/>
          </p:nvSpPr>
          <p:spPr bwMode="auto">
            <a:xfrm>
              <a:off x="2184157" y="2982547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2763716" y="3271472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2763716" y="2693622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184157" y="2404697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763716" y="2115772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2206382" y="1826847"/>
              <a:ext cx="30670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3044582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331919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3620844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3909769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4487619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4774957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5063882" y="1645872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19"/>
            <p:cNvSpPr>
              <a:spLocks noChangeArrowheads="1"/>
            </p:cNvSpPr>
            <p:nvPr/>
          </p:nvSpPr>
          <p:spPr bwMode="auto">
            <a:xfrm>
              <a:off x="2692157" y="2082434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2512769" y="1972897"/>
              <a:ext cx="180975" cy="290513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569919" y="2033222"/>
              <a:ext cx="133350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Oval 22"/>
            <p:cNvSpPr>
              <a:spLocks noChangeArrowheads="1"/>
            </p:cNvSpPr>
            <p:nvPr/>
          </p:nvSpPr>
          <p:spPr bwMode="auto">
            <a:xfrm>
              <a:off x="2692157" y="2668222"/>
              <a:ext cx="73025" cy="7302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2512769" y="2560272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2569919" y="2620597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Oval 25"/>
            <p:cNvSpPr>
              <a:spLocks noChangeArrowheads="1"/>
            </p:cNvSpPr>
            <p:nvPr/>
          </p:nvSpPr>
          <p:spPr bwMode="auto">
            <a:xfrm>
              <a:off x="2692157" y="3242897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2512769" y="3133359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2569919" y="3193684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Line 28"/>
            <p:cNvSpPr>
              <a:spLocks noChangeShapeType="1"/>
            </p:cNvSpPr>
            <p:nvPr/>
          </p:nvSpPr>
          <p:spPr bwMode="auto">
            <a:xfrm flipH="1">
              <a:off x="2354019" y="2114184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Line 29"/>
            <p:cNvSpPr>
              <a:spLocks noChangeShapeType="1"/>
            </p:cNvSpPr>
            <p:nvPr/>
          </p:nvSpPr>
          <p:spPr bwMode="auto">
            <a:xfrm flipV="1">
              <a:off x="2352432" y="1806209"/>
              <a:ext cx="0" cy="307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3" name="Line 30"/>
            <p:cNvSpPr>
              <a:spLocks noChangeShapeType="1"/>
            </p:cNvSpPr>
            <p:nvPr/>
          </p:nvSpPr>
          <p:spPr bwMode="auto">
            <a:xfrm flipH="1">
              <a:off x="2354019" y="2693622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4" name="Line 31"/>
            <p:cNvSpPr>
              <a:spLocks noChangeShapeType="1"/>
            </p:cNvSpPr>
            <p:nvPr/>
          </p:nvSpPr>
          <p:spPr bwMode="auto">
            <a:xfrm flipV="1">
              <a:off x="2352432" y="2426922"/>
              <a:ext cx="0" cy="2667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5" name="Line 32"/>
            <p:cNvSpPr>
              <a:spLocks noChangeShapeType="1"/>
            </p:cNvSpPr>
            <p:nvPr/>
          </p:nvSpPr>
          <p:spPr bwMode="auto">
            <a:xfrm flipH="1">
              <a:off x="2354019" y="3271472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Line 33"/>
            <p:cNvSpPr>
              <a:spLocks noChangeShapeType="1"/>
            </p:cNvSpPr>
            <p:nvPr/>
          </p:nvSpPr>
          <p:spPr bwMode="auto">
            <a:xfrm flipV="1">
              <a:off x="2352432" y="2963497"/>
              <a:ext cx="0" cy="307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7" name="Oval 34"/>
            <p:cNvSpPr>
              <a:spLocks noChangeArrowheads="1"/>
            </p:cNvSpPr>
            <p:nvPr/>
          </p:nvSpPr>
          <p:spPr bwMode="auto">
            <a:xfrm>
              <a:off x="2325444" y="2372947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Oval 35"/>
            <p:cNvSpPr>
              <a:spLocks noChangeArrowheads="1"/>
            </p:cNvSpPr>
            <p:nvPr/>
          </p:nvSpPr>
          <p:spPr bwMode="auto">
            <a:xfrm>
              <a:off x="2325444" y="2372947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Oval 36"/>
            <p:cNvSpPr>
              <a:spLocks noChangeArrowheads="1"/>
            </p:cNvSpPr>
            <p:nvPr/>
          </p:nvSpPr>
          <p:spPr bwMode="auto">
            <a:xfrm>
              <a:off x="2325444" y="1806209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Oval 37"/>
            <p:cNvSpPr>
              <a:spLocks noChangeArrowheads="1"/>
            </p:cNvSpPr>
            <p:nvPr/>
          </p:nvSpPr>
          <p:spPr bwMode="auto">
            <a:xfrm>
              <a:off x="2325444" y="1806209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Oval 38"/>
            <p:cNvSpPr>
              <a:spLocks noChangeArrowheads="1"/>
            </p:cNvSpPr>
            <p:nvPr/>
          </p:nvSpPr>
          <p:spPr bwMode="auto">
            <a:xfrm>
              <a:off x="2325444" y="2963497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Oval 39"/>
            <p:cNvSpPr>
              <a:spLocks noChangeArrowheads="1"/>
            </p:cNvSpPr>
            <p:nvPr/>
          </p:nvSpPr>
          <p:spPr bwMode="auto">
            <a:xfrm>
              <a:off x="2325444" y="2963497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5587757" y="3609609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1"/>
            <p:cNvSpPr>
              <a:spLocks noChangeArrowheads="1"/>
            </p:cNvSpPr>
            <p:nvPr/>
          </p:nvSpPr>
          <p:spPr bwMode="auto">
            <a:xfrm>
              <a:off x="5686182" y="3692159"/>
              <a:ext cx="106363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>
              <a:off x="2749307" y="3712797"/>
              <a:ext cx="2703513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5"/>
            <p:cNvSpPr>
              <a:spLocks noEditPoints="1"/>
            </p:cNvSpPr>
            <p:nvPr/>
          </p:nvSpPr>
          <p:spPr bwMode="auto">
            <a:xfrm>
              <a:off x="1941269" y="3502271"/>
              <a:ext cx="4022725" cy="0"/>
            </a:xfrm>
            <a:custGeom>
              <a:avLst/>
              <a:gdLst>
                <a:gd name="T0" fmla="*/ 0 w 6741"/>
                <a:gd name="T1" fmla="*/ 11 h 22"/>
                <a:gd name="T2" fmla="*/ 138 w 6741"/>
                <a:gd name="T3" fmla="*/ 22 h 22"/>
                <a:gd name="T4" fmla="*/ 330 w 6741"/>
                <a:gd name="T5" fmla="*/ 22 h 22"/>
                <a:gd name="T6" fmla="*/ 469 w 6741"/>
                <a:gd name="T7" fmla="*/ 11 h 22"/>
                <a:gd name="T8" fmla="*/ 586 w 6741"/>
                <a:gd name="T9" fmla="*/ 0 h 22"/>
                <a:gd name="T10" fmla="*/ 650 w 6741"/>
                <a:gd name="T11" fmla="*/ 0 h 22"/>
                <a:gd name="T12" fmla="*/ 650 w 6741"/>
                <a:gd name="T13" fmla="*/ 0 h 22"/>
                <a:gd name="T14" fmla="*/ 768 w 6741"/>
                <a:gd name="T15" fmla="*/ 11 h 22"/>
                <a:gd name="T16" fmla="*/ 906 w 6741"/>
                <a:gd name="T17" fmla="*/ 22 h 22"/>
                <a:gd name="T18" fmla="*/ 1098 w 6741"/>
                <a:gd name="T19" fmla="*/ 22 h 22"/>
                <a:gd name="T20" fmla="*/ 1237 w 6741"/>
                <a:gd name="T21" fmla="*/ 11 h 22"/>
                <a:gd name="T22" fmla="*/ 1354 w 6741"/>
                <a:gd name="T23" fmla="*/ 0 h 22"/>
                <a:gd name="T24" fmla="*/ 1418 w 6741"/>
                <a:gd name="T25" fmla="*/ 0 h 22"/>
                <a:gd name="T26" fmla="*/ 1418 w 6741"/>
                <a:gd name="T27" fmla="*/ 0 h 22"/>
                <a:gd name="T28" fmla="*/ 1536 w 6741"/>
                <a:gd name="T29" fmla="*/ 11 h 22"/>
                <a:gd name="T30" fmla="*/ 1674 w 6741"/>
                <a:gd name="T31" fmla="*/ 22 h 22"/>
                <a:gd name="T32" fmla="*/ 1866 w 6741"/>
                <a:gd name="T33" fmla="*/ 22 h 22"/>
                <a:gd name="T34" fmla="*/ 2005 w 6741"/>
                <a:gd name="T35" fmla="*/ 11 h 22"/>
                <a:gd name="T36" fmla="*/ 2122 w 6741"/>
                <a:gd name="T37" fmla="*/ 0 h 22"/>
                <a:gd name="T38" fmla="*/ 2186 w 6741"/>
                <a:gd name="T39" fmla="*/ 0 h 22"/>
                <a:gd name="T40" fmla="*/ 2186 w 6741"/>
                <a:gd name="T41" fmla="*/ 0 h 22"/>
                <a:gd name="T42" fmla="*/ 2304 w 6741"/>
                <a:gd name="T43" fmla="*/ 11 h 22"/>
                <a:gd name="T44" fmla="*/ 2442 w 6741"/>
                <a:gd name="T45" fmla="*/ 22 h 22"/>
                <a:gd name="T46" fmla="*/ 2634 w 6741"/>
                <a:gd name="T47" fmla="*/ 22 h 22"/>
                <a:gd name="T48" fmla="*/ 2773 w 6741"/>
                <a:gd name="T49" fmla="*/ 11 h 22"/>
                <a:gd name="T50" fmla="*/ 2890 w 6741"/>
                <a:gd name="T51" fmla="*/ 0 h 22"/>
                <a:gd name="T52" fmla="*/ 2954 w 6741"/>
                <a:gd name="T53" fmla="*/ 0 h 22"/>
                <a:gd name="T54" fmla="*/ 2954 w 6741"/>
                <a:gd name="T55" fmla="*/ 0 h 22"/>
                <a:gd name="T56" fmla="*/ 3072 w 6741"/>
                <a:gd name="T57" fmla="*/ 11 h 22"/>
                <a:gd name="T58" fmla="*/ 3210 w 6741"/>
                <a:gd name="T59" fmla="*/ 22 h 22"/>
                <a:gd name="T60" fmla="*/ 3402 w 6741"/>
                <a:gd name="T61" fmla="*/ 22 h 22"/>
                <a:gd name="T62" fmla="*/ 3541 w 6741"/>
                <a:gd name="T63" fmla="*/ 11 h 22"/>
                <a:gd name="T64" fmla="*/ 3658 w 6741"/>
                <a:gd name="T65" fmla="*/ 0 h 22"/>
                <a:gd name="T66" fmla="*/ 3722 w 6741"/>
                <a:gd name="T67" fmla="*/ 0 h 22"/>
                <a:gd name="T68" fmla="*/ 3722 w 6741"/>
                <a:gd name="T69" fmla="*/ 0 h 22"/>
                <a:gd name="T70" fmla="*/ 3840 w 6741"/>
                <a:gd name="T71" fmla="*/ 11 h 22"/>
                <a:gd name="T72" fmla="*/ 3978 w 6741"/>
                <a:gd name="T73" fmla="*/ 22 h 22"/>
                <a:gd name="T74" fmla="*/ 4170 w 6741"/>
                <a:gd name="T75" fmla="*/ 22 h 22"/>
                <a:gd name="T76" fmla="*/ 4309 w 6741"/>
                <a:gd name="T77" fmla="*/ 11 h 22"/>
                <a:gd name="T78" fmla="*/ 4426 w 6741"/>
                <a:gd name="T79" fmla="*/ 0 h 22"/>
                <a:gd name="T80" fmla="*/ 4490 w 6741"/>
                <a:gd name="T81" fmla="*/ 0 h 22"/>
                <a:gd name="T82" fmla="*/ 4490 w 6741"/>
                <a:gd name="T83" fmla="*/ 0 h 22"/>
                <a:gd name="T84" fmla="*/ 4608 w 6741"/>
                <a:gd name="T85" fmla="*/ 11 h 22"/>
                <a:gd name="T86" fmla="*/ 4746 w 6741"/>
                <a:gd name="T87" fmla="*/ 22 h 22"/>
                <a:gd name="T88" fmla="*/ 4938 w 6741"/>
                <a:gd name="T89" fmla="*/ 22 h 22"/>
                <a:gd name="T90" fmla="*/ 5077 w 6741"/>
                <a:gd name="T91" fmla="*/ 11 h 22"/>
                <a:gd name="T92" fmla="*/ 5194 w 6741"/>
                <a:gd name="T93" fmla="*/ 0 h 22"/>
                <a:gd name="T94" fmla="*/ 5258 w 6741"/>
                <a:gd name="T95" fmla="*/ 0 h 22"/>
                <a:gd name="T96" fmla="*/ 5258 w 6741"/>
                <a:gd name="T97" fmla="*/ 0 h 22"/>
                <a:gd name="T98" fmla="*/ 5376 w 6741"/>
                <a:gd name="T99" fmla="*/ 11 h 22"/>
                <a:gd name="T100" fmla="*/ 5514 w 6741"/>
                <a:gd name="T101" fmla="*/ 22 h 22"/>
                <a:gd name="T102" fmla="*/ 5706 w 6741"/>
                <a:gd name="T103" fmla="*/ 22 h 22"/>
                <a:gd name="T104" fmla="*/ 5845 w 6741"/>
                <a:gd name="T105" fmla="*/ 11 h 22"/>
                <a:gd name="T106" fmla="*/ 5962 w 6741"/>
                <a:gd name="T107" fmla="*/ 0 h 22"/>
                <a:gd name="T108" fmla="*/ 6026 w 6741"/>
                <a:gd name="T109" fmla="*/ 0 h 22"/>
                <a:gd name="T110" fmla="*/ 6026 w 6741"/>
                <a:gd name="T111" fmla="*/ 0 h 22"/>
                <a:gd name="T112" fmla="*/ 6144 w 6741"/>
                <a:gd name="T113" fmla="*/ 11 h 22"/>
                <a:gd name="T114" fmla="*/ 6282 w 6741"/>
                <a:gd name="T115" fmla="*/ 22 h 22"/>
                <a:gd name="T116" fmla="*/ 6474 w 6741"/>
                <a:gd name="T117" fmla="*/ 22 h 22"/>
                <a:gd name="T118" fmla="*/ 6613 w 6741"/>
                <a:gd name="T119" fmla="*/ 11 h 22"/>
                <a:gd name="T120" fmla="*/ 6730 w 6741"/>
                <a:gd name="T12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741" h="22">
                  <a:moveTo>
                    <a:pt x="10" y="0"/>
                  </a:moveTo>
                  <a:lnTo>
                    <a:pt x="74" y="0"/>
                  </a:lnTo>
                  <a:cubicBezTo>
                    <a:pt x="80" y="0"/>
                    <a:pt x="85" y="5"/>
                    <a:pt x="85" y="11"/>
                  </a:cubicBezTo>
                  <a:cubicBezTo>
                    <a:pt x="85" y="17"/>
                    <a:pt x="80" y="22"/>
                    <a:pt x="74" y="22"/>
                  </a:cubicBezTo>
                  <a:lnTo>
                    <a:pt x="10" y="22"/>
                  </a:ln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lose/>
                  <a:moveTo>
                    <a:pt x="138" y="0"/>
                  </a:moveTo>
                  <a:lnTo>
                    <a:pt x="202" y="0"/>
                  </a:lnTo>
                  <a:cubicBezTo>
                    <a:pt x="208" y="0"/>
                    <a:pt x="213" y="5"/>
                    <a:pt x="213" y="11"/>
                  </a:cubicBezTo>
                  <a:cubicBezTo>
                    <a:pt x="213" y="17"/>
                    <a:pt x="208" y="22"/>
                    <a:pt x="202" y="22"/>
                  </a:cubicBezTo>
                  <a:lnTo>
                    <a:pt x="138" y="22"/>
                  </a:lnTo>
                  <a:cubicBezTo>
                    <a:pt x="132" y="22"/>
                    <a:pt x="128" y="17"/>
                    <a:pt x="128" y="11"/>
                  </a:cubicBezTo>
                  <a:cubicBezTo>
                    <a:pt x="128" y="5"/>
                    <a:pt x="132" y="0"/>
                    <a:pt x="138" y="0"/>
                  </a:cubicBezTo>
                  <a:close/>
                  <a:moveTo>
                    <a:pt x="266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7"/>
                    <a:pt x="336" y="22"/>
                    <a:pt x="330" y="22"/>
                  </a:cubicBezTo>
                  <a:lnTo>
                    <a:pt x="266" y="22"/>
                  </a:lnTo>
                  <a:cubicBezTo>
                    <a:pt x="260" y="22"/>
                    <a:pt x="256" y="17"/>
                    <a:pt x="256" y="11"/>
                  </a:cubicBezTo>
                  <a:cubicBezTo>
                    <a:pt x="256" y="5"/>
                    <a:pt x="260" y="0"/>
                    <a:pt x="266" y="0"/>
                  </a:cubicBezTo>
                  <a:close/>
                  <a:moveTo>
                    <a:pt x="394" y="0"/>
                  </a:moveTo>
                  <a:lnTo>
                    <a:pt x="458" y="0"/>
                  </a:lnTo>
                  <a:cubicBezTo>
                    <a:pt x="464" y="0"/>
                    <a:pt x="469" y="5"/>
                    <a:pt x="469" y="11"/>
                  </a:cubicBezTo>
                  <a:cubicBezTo>
                    <a:pt x="469" y="17"/>
                    <a:pt x="464" y="22"/>
                    <a:pt x="458" y="22"/>
                  </a:cubicBezTo>
                  <a:lnTo>
                    <a:pt x="394" y="22"/>
                  </a:lnTo>
                  <a:cubicBezTo>
                    <a:pt x="388" y="22"/>
                    <a:pt x="384" y="17"/>
                    <a:pt x="384" y="11"/>
                  </a:cubicBezTo>
                  <a:cubicBezTo>
                    <a:pt x="384" y="5"/>
                    <a:pt x="388" y="0"/>
                    <a:pt x="394" y="0"/>
                  </a:cubicBezTo>
                  <a:close/>
                  <a:moveTo>
                    <a:pt x="522" y="0"/>
                  </a:moveTo>
                  <a:lnTo>
                    <a:pt x="586" y="0"/>
                  </a:lnTo>
                  <a:cubicBezTo>
                    <a:pt x="592" y="0"/>
                    <a:pt x="597" y="5"/>
                    <a:pt x="597" y="11"/>
                  </a:cubicBezTo>
                  <a:cubicBezTo>
                    <a:pt x="597" y="17"/>
                    <a:pt x="592" y="22"/>
                    <a:pt x="586" y="22"/>
                  </a:cubicBezTo>
                  <a:lnTo>
                    <a:pt x="522" y="22"/>
                  </a:lnTo>
                  <a:cubicBezTo>
                    <a:pt x="516" y="22"/>
                    <a:pt x="512" y="17"/>
                    <a:pt x="512" y="11"/>
                  </a:cubicBezTo>
                  <a:cubicBezTo>
                    <a:pt x="512" y="5"/>
                    <a:pt x="516" y="0"/>
                    <a:pt x="522" y="0"/>
                  </a:cubicBezTo>
                  <a:close/>
                  <a:moveTo>
                    <a:pt x="650" y="0"/>
                  </a:moveTo>
                  <a:lnTo>
                    <a:pt x="714" y="0"/>
                  </a:lnTo>
                  <a:cubicBezTo>
                    <a:pt x="720" y="0"/>
                    <a:pt x="725" y="5"/>
                    <a:pt x="725" y="11"/>
                  </a:cubicBezTo>
                  <a:cubicBezTo>
                    <a:pt x="725" y="17"/>
                    <a:pt x="720" y="22"/>
                    <a:pt x="714" y="22"/>
                  </a:cubicBezTo>
                  <a:lnTo>
                    <a:pt x="650" y="22"/>
                  </a:lnTo>
                  <a:cubicBezTo>
                    <a:pt x="644" y="22"/>
                    <a:pt x="640" y="17"/>
                    <a:pt x="640" y="11"/>
                  </a:cubicBezTo>
                  <a:cubicBezTo>
                    <a:pt x="640" y="5"/>
                    <a:pt x="644" y="0"/>
                    <a:pt x="650" y="0"/>
                  </a:cubicBezTo>
                  <a:close/>
                  <a:moveTo>
                    <a:pt x="778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7"/>
                    <a:pt x="848" y="22"/>
                    <a:pt x="842" y="22"/>
                  </a:cubicBezTo>
                  <a:lnTo>
                    <a:pt x="778" y="22"/>
                  </a:lnTo>
                  <a:cubicBezTo>
                    <a:pt x="772" y="22"/>
                    <a:pt x="768" y="17"/>
                    <a:pt x="768" y="11"/>
                  </a:cubicBezTo>
                  <a:cubicBezTo>
                    <a:pt x="768" y="5"/>
                    <a:pt x="772" y="0"/>
                    <a:pt x="778" y="0"/>
                  </a:cubicBezTo>
                  <a:close/>
                  <a:moveTo>
                    <a:pt x="906" y="0"/>
                  </a:moveTo>
                  <a:lnTo>
                    <a:pt x="970" y="0"/>
                  </a:lnTo>
                  <a:cubicBezTo>
                    <a:pt x="976" y="0"/>
                    <a:pt x="981" y="5"/>
                    <a:pt x="981" y="11"/>
                  </a:cubicBezTo>
                  <a:cubicBezTo>
                    <a:pt x="981" y="17"/>
                    <a:pt x="976" y="22"/>
                    <a:pt x="970" y="22"/>
                  </a:cubicBezTo>
                  <a:lnTo>
                    <a:pt x="906" y="22"/>
                  </a:lnTo>
                  <a:cubicBezTo>
                    <a:pt x="900" y="22"/>
                    <a:pt x="896" y="17"/>
                    <a:pt x="896" y="11"/>
                  </a:cubicBezTo>
                  <a:cubicBezTo>
                    <a:pt x="896" y="5"/>
                    <a:pt x="900" y="0"/>
                    <a:pt x="906" y="0"/>
                  </a:cubicBezTo>
                  <a:close/>
                  <a:moveTo>
                    <a:pt x="1034" y="0"/>
                  </a:moveTo>
                  <a:lnTo>
                    <a:pt x="1098" y="0"/>
                  </a:lnTo>
                  <a:cubicBezTo>
                    <a:pt x="1104" y="0"/>
                    <a:pt x="1109" y="5"/>
                    <a:pt x="1109" y="11"/>
                  </a:cubicBezTo>
                  <a:cubicBezTo>
                    <a:pt x="1109" y="17"/>
                    <a:pt x="1104" y="22"/>
                    <a:pt x="1098" y="22"/>
                  </a:cubicBezTo>
                  <a:lnTo>
                    <a:pt x="1034" y="22"/>
                  </a:lnTo>
                  <a:cubicBezTo>
                    <a:pt x="1028" y="22"/>
                    <a:pt x="1024" y="17"/>
                    <a:pt x="1024" y="11"/>
                  </a:cubicBezTo>
                  <a:cubicBezTo>
                    <a:pt x="1024" y="5"/>
                    <a:pt x="1028" y="0"/>
                    <a:pt x="1034" y="0"/>
                  </a:cubicBezTo>
                  <a:close/>
                  <a:moveTo>
                    <a:pt x="1162" y="0"/>
                  </a:moveTo>
                  <a:lnTo>
                    <a:pt x="1226" y="0"/>
                  </a:lnTo>
                  <a:cubicBezTo>
                    <a:pt x="1232" y="0"/>
                    <a:pt x="1237" y="5"/>
                    <a:pt x="1237" y="11"/>
                  </a:cubicBezTo>
                  <a:cubicBezTo>
                    <a:pt x="1237" y="17"/>
                    <a:pt x="1232" y="22"/>
                    <a:pt x="1226" y="22"/>
                  </a:cubicBezTo>
                  <a:lnTo>
                    <a:pt x="1162" y="22"/>
                  </a:lnTo>
                  <a:cubicBezTo>
                    <a:pt x="1156" y="22"/>
                    <a:pt x="1152" y="17"/>
                    <a:pt x="1152" y="11"/>
                  </a:cubicBezTo>
                  <a:cubicBezTo>
                    <a:pt x="1152" y="5"/>
                    <a:pt x="1156" y="0"/>
                    <a:pt x="1162" y="0"/>
                  </a:cubicBezTo>
                  <a:close/>
                  <a:moveTo>
                    <a:pt x="1290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7"/>
                    <a:pt x="1360" y="22"/>
                    <a:pt x="1354" y="22"/>
                  </a:cubicBezTo>
                  <a:lnTo>
                    <a:pt x="1290" y="22"/>
                  </a:lnTo>
                  <a:cubicBezTo>
                    <a:pt x="1284" y="22"/>
                    <a:pt x="1280" y="17"/>
                    <a:pt x="1280" y="11"/>
                  </a:cubicBezTo>
                  <a:cubicBezTo>
                    <a:pt x="1280" y="5"/>
                    <a:pt x="1284" y="0"/>
                    <a:pt x="1290" y="0"/>
                  </a:cubicBezTo>
                  <a:close/>
                  <a:moveTo>
                    <a:pt x="1418" y="0"/>
                  </a:moveTo>
                  <a:lnTo>
                    <a:pt x="1482" y="0"/>
                  </a:lnTo>
                  <a:cubicBezTo>
                    <a:pt x="1488" y="0"/>
                    <a:pt x="1493" y="5"/>
                    <a:pt x="1493" y="11"/>
                  </a:cubicBezTo>
                  <a:cubicBezTo>
                    <a:pt x="1493" y="17"/>
                    <a:pt x="1488" y="22"/>
                    <a:pt x="1482" y="22"/>
                  </a:cubicBezTo>
                  <a:lnTo>
                    <a:pt x="1418" y="22"/>
                  </a:lnTo>
                  <a:cubicBezTo>
                    <a:pt x="1412" y="22"/>
                    <a:pt x="1408" y="17"/>
                    <a:pt x="1408" y="11"/>
                  </a:cubicBezTo>
                  <a:cubicBezTo>
                    <a:pt x="1408" y="5"/>
                    <a:pt x="1412" y="0"/>
                    <a:pt x="1418" y="0"/>
                  </a:cubicBezTo>
                  <a:close/>
                  <a:moveTo>
                    <a:pt x="1546" y="0"/>
                  </a:moveTo>
                  <a:lnTo>
                    <a:pt x="1610" y="0"/>
                  </a:lnTo>
                  <a:cubicBezTo>
                    <a:pt x="1616" y="0"/>
                    <a:pt x="1621" y="5"/>
                    <a:pt x="1621" y="11"/>
                  </a:cubicBezTo>
                  <a:cubicBezTo>
                    <a:pt x="1621" y="17"/>
                    <a:pt x="1616" y="22"/>
                    <a:pt x="1610" y="22"/>
                  </a:cubicBezTo>
                  <a:lnTo>
                    <a:pt x="1546" y="22"/>
                  </a:lnTo>
                  <a:cubicBezTo>
                    <a:pt x="1540" y="22"/>
                    <a:pt x="1536" y="17"/>
                    <a:pt x="1536" y="11"/>
                  </a:cubicBezTo>
                  <a:cubicBezTo>
                    <a:pt x="1536" y="5"/>
                    <a:pt x="1540" y="0"/>
                    <a:pt x="1546" y="0"/>
                  </a:cubicBezTo>
                  <a:close/>
                  <a:moveTo>
                    <a:pt x="1674" y="0"/>
                  </a:moveTo>
                  <a:lnTo>
                    <a:pt x="1738" y="0"/>
                  </a:lnTo>
                  <a:cubicBezTo>
                    <a:pt x="1744" y="0"/>
                    <a:pt x="1749" y="5"/>
                    <a:pt x="1749" y="11"/>
                  </a:cubicBezTo>
                  <a:cubicBezTo>
                    <a:pt x="1749" y="17"/>
                    <a:pt x="1744" y="22"/>
                    <a:pt x="1738" y="22"/>
                  </a:cubicBezTo>
                  <a:lnTo>
                    <a:pt x="1674" y="22"/>
                  </a:lnTo>
                  <a:cubicBezTo>
                    <a:pt x="1668" y="22"/>
                    <a:pt x="1664" y="17"/>
                    <a:pt x="1664" y="11"/>
                  </a:cubicBezTo>
                  <a:cubicBezTo>
                    <a:pt x="1664" y="5"/>
                    <a:pt x="1668" y="0"/>
                    <a:pt x="1674" y="0"/>
                  </a:cubicBezTo>
                  <a:close/>
                  <a:moveTo>
                    <a:pt x="1802" y="0"/>
                  </a:moveTo>
                  <a:lnTo>
                    <a:pt x="1866" y="0"/>
                  </a:lnTo>
                  <a:cubicBezTo>
                    <a:pt x="1872" y="0"/>
                    <a:pt x="1877" y="5"/>
                    <a:pt x="1877" y="11"/>
                  </a:cubicBezTo>
                  <a:cubicBezTo>
                    <a:pt x="1877" y="17"/>
                    <a:pt x="1872" y="22"/>
                    <a:pt x="1866" y="22"/>
                  </a:cubicBezTo>
                  <a:lnTo>
                    <a:pt x="1802" y="22"/>
                  </a:lnTo>
                  <a:cubicBezTo>
                    <a:pt x="1796" y="22"/>
                    <a:pt x="1792" y="17"/>
                    <a:pt x="1792" y="11"/>
                  </a:cubicBezTo>
                  <a:cubicBezTo>
                    <a:pt x="1792" y="5"/>
                    <a:pt x="1796" y="0"/>
                    <a:pt x="1802" y="0"/>
                  </a:cubicBezTo>
                  <a:close/>
                  <a:moveTo>
                    <a:pt x="1930" y="0"/>
                  </a:moveTo>
                  <a:lnTo>
                    <a:pt x="1994" y="0"/>
                  </a:lnTo>
                  <a:cubicBezTo>
                    <a:pt x="2000" y="0"/>
                    <a:pt x="2005" y="5"/>
                    <a:pt x="2005" y="11"/>
                  </a:cubicBezTo>
                  <a:cubicBezTo>
                    <a:pt x="2005" y="17"/>
                    <a:pt x="2000" y="22"/>
                    <a:pt x="1994" y="22"/>
                  </a:cubicBezTo>
                  <a:lnTo>
                    <a:pt x="1930" y="22"/>
                  </a:lnTo>
                  <a:cubicBezTo>
                    <a:pt x="1924" y="22"/>
                    <a:pt x="1920" y="17"/>
                    <a:pt x="1920" y="11"/>
                  </a:cubicBezTo>
                  <a:cubicBezTo>
                    <a:pt x="1920" y="5"/>
                    <a:pt x="1924" y="0"/>
                    <a:pt x="1930" y="0"/>
                  </a:cubicBezTo>
                  <a:close/>
                  <a:moveTo>
                    <a:pt x="2058" y="0"/>
                  </a:moveTo>
                  <a:lnTo>
                    <a:pt x="2122" y="0"/>
                  </a:lnTo>
                  <a:cubicBezTo>
                    <a:pt x="2128" y="0"/>
                    <a:pt x="2133" y="5"/>
                    <a:pt x="2133" y="11"/>
                  </a:cubicBezTo>
                  <a:cubicBezTo>
                    <a:pt x="2133" y="17"/>
                    <a:pt x="2128" y="22"/>
                    <a:pt x="2122" y="22"/>
                  </a:cubicBezTo>
                  <a:lnTo>
                    <a:pt x="2058" y="22"/>
                  </a:lnTo>
                  <a:cubicBezTo>
                    <a:pt x="2052" y="22"/>
                    <a:pt x="2048" y="17"/>
                    <a:pt x="2048" y="11"/>
                  </a:cubicBezTo>
                  <a:cubicBezTo>
                    <a:pt x="2048" y="5"/>
                    <a:pt x="2052" y="0"/>
                    <a:pt x="2058" y="0"/>
                  </a:cubicBezTo>
                  <a:close/>
                  <a:moveTo>
                    <a:pt x="2186" y="0"/>
                  </a:moveTo>
                  <a:lnTo>
                    <a:pt x="2250" y="0"/>
                  </a:lnTo>
                  <a:cubicBezTo>
                    <a:pt x="2256" y="0"/>
                    <a:pt x="2261" y="5"/>
                    <a:pt x="2261" y="11"/>
                  </a:cubicBezTo>
                  <a:cubicBezTo>
                    <a:pt x="2261" y="17"/>
                    <a:pt x="2256" y="22"/>
                    <a:pt x="2250" y="22"/>
                  </a:cubicBezTo>
                  <a:lnTo>
                    <a:pt x="2186" y="22"/>
                  </a:lnTo>
                  <a:cubicBezTo>
                    <a:pt x="2180" y="22"/>
                    <a:pt x="2176" y="17"/>
                    <a:pt x="2176" y="11"/>
                  </a:cubicBezTo>
                  <a:cubicBezTo>
                    <a:pt x="2176" y="5"/>
                    <a:pt x="2180" y="0"/>
                    <a:pt x="2186" y="0"/>
                  </a:cubicBezTo>
                  <a:close/>
                  <a:moveTo>
                    <a:pt x="2314" y="0"/>
                  </a:moveTo>
                  <a:lnTo>
                    <a:pt x="2378" y="0"/>
                  </a:lnTo>
                  <a:cubicBezTo>
                    <a:pt x="2384" y="0"/>
                    <a:pt x="2389" y="5"/>
                    <a:pt x="2389" y="11"/>
                  </a:cubicBezTo>
                  <a:cubicBezTo>
                    <a:pt x="2389" y="17"/>
                    <a:pt x="2384" y="22"/>
                    <a:pt x="2378" y="22"/>
                  </a:cubicBezTo>
                  <a:lnTo>
                    <a:pt x="2314" y="22"/>
                  </a:lnTo>
                  <a:cubicBezTo>
                    <a:pt x="2308" y="22"/>
                    <a:pt x="2304" y="17"/>
                    <a:pt x="2304" y="11"/>
                  </a:cubicBezTo>
                  <a:cubicBezTo>
                    <a:pt x="2304" y="5"/>
                    <a:pt x="2308" y="0"/>
                    <a:pt x="2314" y="0"/>
                  </a:cubicBezTo>
                  <a:close/>
                  <a:moveTo>
                    <a:pt x="2442" y="0"/>
                  </a:moveTo>
                  <a:lnTo>
                    <a:pt x="2506" y="0"/>
                  </a:lnTo>
                  <a:cubicBezTo>
                    <a:pt x="2512" y="0"/>
                    <a:pt x="2517" y="5"/>
                    <a:pt x="2517" y="11"/>
                  </a:cubicBezTo>
                  <a:cubicBezTo>
                    <a:pt x="2517" y="17"/>
                    <a:pt x="2512" y="22"/>
                    <a:pt x="2506" y="22"/>
                  </a:cubicBezTo>
                  <a:lnTo>
                    <a:pt x="2442" y="22"/>
                  </a:lnTo>
                  <a:cubicBezTo>
                    <a:pt x="2436" y="22"/>
                    <a:pt x="2432" y="17"/>
                    <a:pt x="2432" y="11"/>
                  </a:cubicBezTo>
                  <a:cubicBezTo>
                    <a:pt x="2432" y="5"/>
                    <a:pt x="2436" y="0"/>
                    <a:pt x="2442" y="0"/>
                  </a:cubicBezTo>
                  <a:close/>
                  <a:moveTo>
                    <a:pt x="2570" y="0"/>
                  </a:moveTo>
                  <a:lnTo>
                    <a:pt x="2634" y="0"/>
                  </a:lnTo>
                  <a:cubicBezTo>
                    <a:pt x="2640" y="0"/>
                    <a:pt x="2645" y="5"/>
                    <a:pt x="2645" y="11"/>
                  </a:cubicBezTo>
                  <a:cubicBezTo>
                    <a:pt x="2645" y="17"/>
                    <a:pt x="2640" y="22"/>
                    <a:pt x="2634" y="22"/>
                  </a:cubicBezTo>
                  <a:lnTo>
                    <a:pt x="2570" y="22"/>
                  </a:lnTo>
                  <a:cubicBezTo>
                    <a:pt x="2564" y="22"/>
                    <a:pt x="2560" y="17"/>
                    <a:pt x="2560" y="11"/>
                  </a:cubicBezTo>
                  <a:cubicBezTo>
                    <a:pt x="2560" y="5"/>
                    <a:pt x="2564" y="0"/>
                    <a:pt x="2570" y="0"/>
                  </a:cubicBezTo>
                  <a:close/>
                  <a:moveTo>
                    <a:pt x="2698" y="0"/>
                  </a:moveTo>
                  <a:lnTo>
                    <a:pt x="2762" y="0"/>
                  </a:lnTo>
                  <a:cubicBezTo>
                    <a:pt x="2768" y="0"/>
                    <a:pt x="2773" y="5"/>
                    <a:pt x="2773" y="11"/>
                  </a:cubicBezTo>
                  <a:cubicBezTo>
                    <a:pt x="2773" y="17"/>
                    <a:pt x="2768" y="22"/>
                    <a:pt x="2762" y="22"/>
                  </a:cubicBezTo>
                  <a:lnTo>
                    <a:pt x="2698" y="22"/>
                  </a:lnTo>
                  <a:cubicBezTo>
                    <a:pt x="2692" y="22"/>
                    <a:pt x="2688" y="17"/>
                    <a:pt x="2688" y="11"/>
                  </a:cubicBezTo>
                  <a:cubicBezTo>
                    <a:pt x="2688" y="5"/>
                    <a:pt x="2692" y="0"/>
                    <a:pt x="2698" y="0"/>
                  </a:cubicBezTo>
                  <a:close/>
                  <a:moveTo>
                    <a:pt x="2826" y="0"/>
                  </a:moveTo>
                  <a:lnTo>
                    <a:pt x="2890" y="0"/>
                  </a:lnTo>
                  <a:cubicBezTo>
                    <a:pt x="2896" y="0"/>
                    <a:pt x="2901" y="5"/>
                    <a:pt x="2901" y="11"/>
                  </a:cubicBezTo>
                  <a:cubicBezTo>
                    <a:pt x="2901" y="17"/>
                    <a:pt x="2896" y="22"/>
                    <a:pt x="2890" y="22"/>
                  </a:cubicBezTo>
                  <a:lnTo>
                    <a:pt x="2826" y="22"/>
                  </a:lnTo>
                  <a:cubicBezTo>
                    <a:pt x="2820" y="22"/>
                    <a:pt x="2816" y="17"/>
                    <a:pt x="2816" y="11"/>
                  </a:cubicBezTo>
                  <a:cubicBezTo>
                    <a:pt x="2816" y="5"/>
                    <a:pt x="2820" y="0"/>
                    <a:pt x="2826" y="0"/>
                  </a:cubicBezTo>
                  <a:close/>
                  <a:moveTo>
                    <a:pt x="2954" y="0"/>
                  </a:moveTo>
                  <a:lnTo>
                    <a:pt x="3018" y="0"/>
                  </a:lnTo>
                  <a:cubicBezTo>
                    <a:pt x="3024" y="0"/>
                    <a:pt x="3029" y="5"/>
                    <a:pt x="3029" y="11"/>
                  </a:cubicBezTo>
                  <a:cubicBezTo>
                    <a:pt x="3029" y="17"/>
                    <a:pt x="3024" y="22"/>
                    <a:pt x="3018" y="22"/>
                  </a:cubicBezTo>
                  <a:lnTo>
                    <a:pt x="2954" y="22"/>
                  </a:lnTo>
                  <a:cubicBezTo>
                    <a:pt x="2948" y="22"/>
                    <a:pt x="2944" y="17"/>
                    <a:pt x="2944" y="11"/>
                  </a:cubicBezTo>
                  <a:cubicBezTo>
                    <a:pt x="2944" y="5"/>
                    <a:pt x="2948" y="0"/>
                    <a:pt x="2954" y="0"/>
                  </a:cubicBezTo>
                  <a:close/>
                  <a:moveTo>
                    <a:pt x="3082" y="0"/>
                  </a:moveTo>
                  <a:lnTo>
                    <a:pt x="3146" y="0"/>
                  </a:lnTo>
                  <a:cubicBezTo>
                    <a:pt x="3152" y="0"/>
                    <a:pt x="3157" y="5"/>
                    <a:pt x="3157" y="11"/>
                  </a:cubicBezTo>
                  <a:cubicBezTo>
                    <a:pt x="3157" y="17"/>
                    <a:pt x="3152" y="22"/>
                    <a:pt x="3146" y="22"/>
                  </a:cubicBezTo>
                  <a:lnTo>
                    <a:pt x="3082" y="22"/>
                  </a:lnTo>
                  <a:cubicBezTo>
                    <a:pt x="3076" y="22"/>
                    <a:pt x="3072" y="17"/>
                    <a:pt x="3072" y="11"/>
                  </a:cubicBezTo>
                  <a:cubicBezTo>
                    <a:pt x="3072" y="5"/>
                    <a:pt x="3076" y="0"/>
                    <a:pt x="3082" y="0"/>
                  </a:cubicBezTo>
                  <a:close/>
                  <a:moveTo>
                    <a:pt x="3210" y="0"/>
                  </a:moveTo>
                  <a:lnTo>
                    <a:pt x="3274" y="0"/>
                  </a:lnTo>
                  <a:cubicBezTo>
                    <a:pt x="3280" y="0"/>
                    <a:pt x="3285" y="5"/>
                    <a:pt x="3285" y="11"/>
                  </a:cubicBezTo>
                  <a:cubicBezTo>
                    <a:pt x="3285" y="17"/>
                    <a:pt x="3280" y="22"/>
                    <a:pt x="3274" y="22"/>
                  </a:cubicBezTo>
                  <a:lnTo>
                    <a:pt x="3210" y="22"/>
                  </a:lnTo>
                  <a:cubicBezTo>
                    <a:pt x="3204" y="22"/>
                    <a:pt x="3200" y="17"/>
                    <a:pt x="3200" y="11"/>
                  </a:cubicBezTo>
                  <a:cubicBezTo>
                    <a:pt x="3200" y="5"/>
                    <a:pt x="3204" y="0"/>
                    <a:pt x="3210" y="0"/>
                  </a:cubicBezTo>
                  <a:close/>
                  <a:moveTo>
                    <a:pt x="3338" y="0"/>
                  </a:moveTo>
                  <a:lnTo>
                    <a:pt x="3402" y="0"/>
                  </a:lnTo>
                  <a:cubicBezTo>
                    <a:pt x="3408" y="0"/>
                    <a:pt x="3413" y="5"/>
                    <a:pt x="3413" y="11"/>
                  </a:cubicBezTo>
                  <a:cubicBezTo>
                    <a:pt x="3413" y="17"/>
                    <a:pt x="3408" y="22"/>
                    <a:pt x="3402" y="22"/>
                  </a:cubicBezTo>
                  <a:lnTo>
                    <a:pt x="3338" y="22"/>
                  </a:lnTo>
                  <a:cubicBezTo>
                    <a:pt x="3332" y="22"/>
                    <a:pt x="3328" y="17"/>
                    <a:pt x="3328" y="11"/>
                  </a:cubicBezTo>
                  <a:cubicBezTo>
                    <a:pt x="3328" y="5"/>
                    <a:pt x="3332" y="0"/>
                    <a:pt x="3338" y="0"/>
                  </a:cubicBezTo>
                  <a:close/>
                  <a:moveTo>
                    <a:pt x="3466" y="0"/>
                  </a:moveTo>
                  <a:lnTo>
                    <a:pt x="3530" y="0"/>
                  </a:lnTo>
                  <a:cubicBezTo>
                    <a:pt x="3536" y="0"/>
                    <a:pt x="3541" y="5"/>
                    <a:pt x="3541" y="11"/>
                  </a:cubicBezTo>
                  <a:cubicBezTo>
                    <a:pt x="3541" y="17"/>
                    <a:pt x="3536" y="22"/>
                    <a:pt x="3530" y="22"/>
                  </a:cubicBezTo>
                  <a:lnTo>
                    <a:pt x="3466" y="22"/>
                  </a:lnTo>
                  <a:cubicBezTo>
                    <a:pt x="3460" y="22"/>
                    <a:pt x="3456" y="17"/>
                    <a:pt x="3456" y="11"/>
                  </a:cubicBezTo>
                  <a:cubicBezTo>
                    <a:pt x="3456" y="5"/>
                    <a:pt x="3460" y="0"/>
                    <a:pt x="3466" y="0"/>
                  </a:cubicBezTo>
                  <a:close/>
                  <a:moveTo>
                    <a:pt x="3594" y="0"/>
                  </a:moveTo>
                  <a:lnTo>
                    <a:pt x="3658" y="0"/>
                  </a:lnTo>
                  <a:cubicBezTo>
                    <a:pt x="3664" y="0"/>
                    <a:pt x="3669" y="5"/>
                    <a:pt x="3669" y="11"/>
                  </a:cubicBezTo>
                  <a:cubicBezTo>
                    <a:pt x="3669" y="17"/>
                    <a:pt x="3664" y="22"/>
                    <a:pt x="3658" y="22"/>
                  </a:cubicBezTo>
                  <a:lnTo>
                    <a:pt x="3594" y="22"/>
                  </a:lnTo>
                  <a:cubicBezTo>
                    <a:pt x="3588" y="22"/>
                    <a:pt x="3584" y="17"/>
                    <a:pt x="3584" y="11"/>
                  </a:cubicBezTo>
                  <a:cubicBezTo>
                    <a:pt x="3584" y="5"/>
                    <a:pt x="3588" y="0"/>
                    <a:pt x="3594" y="0"/>
                  </a:cubicBezTo>
                  <a:close/>
                  <a:moveTo>
                    <a:pt x="3722" y="0"/>
                  </a:moveTo>
                  <a:lnTo>
                    <a:pt x="3786" y="0"/>
                  </a:lnTo>
                  <a:cubicBezTo>
                    <a:pt x="3792" y="0"/>
                    <a:pt x="3797" y="5"/>
                    <a:pt x="3797" y="11"/>
                  </a:cubicBezTo>
                  <a:cubicBezTo>
                    <a:pt x="3797" y="17"/>
                    <a:pt x="3792" y="22"/>
                    <a:pt x="3786" y="22"/>
                  </a:cubicBezTo>
                  <a:lnTo>
                    <a:pt x="3722" y="22"/>
                  </a:lnTo>
                  <a:cubicBezTo>
                    <a:pt x="3716" y="22"/>
                    <a:pt x="3712" y="17"/>
                    <a:pt x="3712" y="11"/>
                  </a:cubicBezTo>
                  <a:cubicBezTo>
                    <a:pt x="3712" y="5"/>
                    <a:pt x="3716" y="0"/>
                    <a:pt x="3722" y="0"/>
                  </a:cubicBezTo>
                  <a:close/>
                  <a:moveTo>
                    <a:pt x="3850" y="0"/>
                  </a:moveTo>
                  <a:lnTo>
                    <a:pt x="3914" y="0"/>
                  </a:lnTo>
                  <a:cubicBezTo>
                    <a:pt x="3920" y="0"/>
                    <a:pt x="3925" y="5"/>
                    <a:pt x="3925" y="11"/>
                  </a:cubicBezTo>
                  <a:cubicBezTo>
                    <a:pt x="3925" y="17"/>
                    <a:pt x="3920" y="22"/>
                    <a:pt x="3914" y="22"/>
                  </a:cubicBezTo>
                  <a:lnTo>
                    <a:pt x="3850" y="22"/>
                  </a:lnTo>
                  <a:cubicBezTo>
                    <a:pt x="3844" y="22"/>
                    <a:pt x="3840" y="17"/>
                    <a:pt x="3840" y="11"/>
                  </a:cubicBezTo>
                  <a:cubicBezTo>
                    <a:pt x="3840" y="5"/>
                    <a:pt x="3844" y="0"/>
                    <a:pt x="3850" y="0"/>
                  </a:cubicBezTo>
                  <a:close/>
                  <a:moveTo>
                    <a:pt x="3978" y="0"/>
                  </a:moveTo>
                  <a:lnTo>
                    <a:pt x="4042" y="0"/>
                  </a:lnTo>
                  <a:cubicBezTo>
                    <a:pt x="4048" y="0"/>
                    <a:pt x="4053" y="5"/>
                    <a:pt x="4053" y="11"/>
                  </a:cubicBezTo>
                  <a:cubicBezTo>
                    <a:pt x="4053" y="17"/>
                    <a:pt x="4048" y="22"/>
                    <a:pt x="4042" y="22"/>
                  </a:cubicBezTo>
                  <a:lnTo>
                    <a:pt x="3978" y="22"/>
                  </a:lnTo>
                  <a:cubicBezTo>
                    <a:pt x="3972" y="22"/>
                    <a:pt x="3968" y="17"/>
                    <a:pt x="3968" y="11"/>
                  </a:cubicBezTo>
                  <a:cubicBezTo>
                    <a:pt x="3968" y="5"/>
                    <a:pt x="3972" y="0"/>
                    <a:pt x="3978" y="0"/>
                  </a:cubicBezTo>
                  <a:close/>
                  <a:moveTo>
                    <a:pt x="4106" y="0"/>
                  </a:moveTo>
                  <a:lnTo>
                    <a:pt x="4170" y="0"/>
                  </a:lnTo>
                  <a:cubicBezTo>
                    <a:pt x="4176" y="0"/>
                    <a:pt x="4181" y="5"/>
                    <a:pt x="4181" y="11"/>
                  </a:cubicBezTo>
                  <a:cubicBezTo>
                    <a:pt x="4181" y="17"/>
                    <a:pt x="4176" y="22"/>
                    <a:pt x="4170" y="22"/>
                  </a:cubicBezTo>
                  <a:lnTo>
                    <a:pt x="4106" y="22"/>
                  </a:lnTo>
                  <a:cubicBezTo>
                    <a:pt x="4100" y="22"/>
                    <a:pt x="4096" y="17"/>
                    <a:pt x="4096" y="11"/>
                  </a:cubicBezTo>
                  <a:cubicBezTo>
                    <a:pt x="4096" y="5"/>
                    <a:pt x="4100" y="0"/>
                    <a:pt x="4106" y="0"/>
                  </a:cubicBezTo>
                  <a:close/>
                  <a:moveTo>
                    <a:pt x="4234" y="0"/>
                  </a:moveTo>
                  <a:lnTo>
                    <a:pt x="4298" y="0"/>
                  </a:lnTo>
                  <a:cubicBezTo>
                    <a:pt x="4304" y="0"/>
                    <a:pt x="4309" y="5"/>
                    <a:pt x="4309" y="11"/>
                  </a:cubicBezTo>
                  <a:cubicBezTo>
                    <a:pt x="4309" y="17"/>
                    <a:pt x="4304" y="22"/>
                    <a:pt x="4298" y="22"/>
                  </a:cubicBezTo>
                  <a:lnTo>
                    <a:pt x="4234" y="22"/>
                  </a:lnTo>
                  <a:cubicBezTo>
                    <a:pt x="4228" y="22"/>
                    <a:pt x="4224" y="17"/>
                    <a:pt x="4224" y="11"/>
                  </a:cubicBezTo>
                  <a:cubicBezTo>
                    <a:pt x="4224" y="5"/>
                    <a:pt x="4228" y="0"/>
                    <a:pt x="4234" y="0"/>
                  </a:cubicBezTo>
                  <a:close/>
                  <a:moveTo>
                    <a:pt x="4362" y="0"/>
                  </a:moveTo>
                  <a:lnTo>
                    <a:pt x="4426" y="0"/>
                  </a:lnTo>
                  <a:cubicBezTo>
                    <a:pt x="4432" y="0"/>
                    <a:pt x="4437" y="5"/>
                    <a:pt x="4437" y="11"/>
                  </a:cubicBezTo>
                  <a:cubicBezTo>
                    <a:pt x="4437" y="17"/>
                    <a:pt x="4432" y="22"/>
                    <a:pt x="4426" y="22"/>
                  </a:cubicBezTo>
                  <a:lnTo>
                    <a:pt x="4362" y="22"/>
                  </a:lnTo>
                  <a:cubicBezTo>
                    <a:pt x="4356" y="22"/>
                    <a:pt x="4352" y="17"/>
                    <a:pt x="4352" y="11"/>
                  </a:cubicBezTo>
                  <a:cubicBezTo>
                    <a:pt x="4352" y="5"/>
                    <a:pt x="4356" y="0"/>
                    <a:pt x="4362" y="0"/>
                  </a:cubicBezTo>
                  <a:close/>
                  <a:moveTo>
                    <a:pt x="4490" y="0"/>
                  </a:moveTo>
                  <a:lnTo>
                    <a:pt x="4554" y="0"/>
                  </a:lnTo>
                  <a:cubicBezTo>
                    <a:pt x="4560" y="0"/>
                    <a:pt x="4565" y="5"/>
                    <a:pt x="4565" y="11"/>
                  </a:cubicBezTo>
                  <a:cubicBezTo>
                    <a:pt x="4565" y="17"/>
                    <a:pt x="4560" y="22"/>
                    <a:pt x="4554" y="22"/>
                  </a:cubicBezTo>
                  <a:lnTo>
                    <a:pt x="4490" y="22"/>
                  </a:lnTo>
                  <a:cubicBezTo>
                    <a:pt x="4484" y="22"/>
                    <a:pt x="4480" y="17"/>
                    <a:pt x="4480" y="11"/>
                  </a:cubicBezTo>
                  <a:cubicBezTo>
                    <a:pt x="4480" y="5"/>
                    <a:pt x="4484" y="0"/>
                    <a:pt x="4490" y="0"/>
                  </a:cubicBezTo>
                  <a:close/>
                  <a:moveTo>
                    <a:pt x="4618" y="0"/>
                  </a:moveTo>
                  <a:lnTo>
                    <a:pt x="4682" y="0"/>
                  </a:lnTo>
                  <a:cubicBezTo>
                    <a:pt x="4688" y="0"/>
                    <a:pt x="4693" y="5"/>
                    <a:pt x="4693" y="11"/>
                  </a:cubicBezTo>
                  <a:cubicBezTo>
                    <a:pt x="4693" y="17"/>
                    <a:pt x="4688" y="22"/>
                    <a:pt x="4682" y="22"/>
                  </a:cubicBezTo>
                  <a:lnTo>
                    <a:pt x="4618" y="22"/>
                  </a:lnTo>
                  <a:cubicBezTo>
                    <a:pt x="4612" y="22"/>
                    <a:pt x="4608" y="17"/>
                    <a:pt x="4608" y="11"/>
                  </a:cubicBezTo>
                  <a:cubicBezTo>
                    <a:pt x="4608" y="5"/>
                    <a:pt x="4612" y="0"/>
                    <a:pt x="4618" y="0"/>
                  </a:cubicBezTo>
                  <a:close/>
                  <a:moveTo>
                    <a:pt x="4746" y="0"/>
                  </a:moveTo>
                  <a:lnTo>
                    <a:pt x="4810" y="0"/>
                  </a:lnTo>
                  <a:cubicBezTo>
                    <a:pt x="4816" y="0"/>
                    <a:pt x="4821" y="5"/>
                    <a:pt x="4821" y="11"/>
                  </a:cubicBezTo>
                  <a:cubicBezTo>
                    <a:pt x="4821" y="17"/>
                    <a:pt x="4816" y="22"/>
                    <a:pt x="4810" y="22"/>
                  </a:cubicBezTo>
                  <a:lnTo>
                    <a:pt x="4746" y="22"/>
                  </a:lnTo>
                  <a:cubicBezTo>
                    <a:pt x="4740" y="22"/>
                    <a:pt x="4736" y="17"/>
                    <a:pt x="4736" y="11"/>
                  </a:cubicBezTo>
                  <a:cubicBezTo>
                    <a:pt x="4736" y="5"/>
                    <a:pt x="4740" y="0"/>
                    <a:pt x="4746" y="0"/>
                  </a:cubicBezTo>
                  <a:close/>
                  <a:moveTo>
                    <a:pt x="4874" y="0"/>
                  </a:moveTo>
                  <a:lnTo>
                    <a:pt x="4938" y="0"/>
                  </a:lnTo>
                  <a:cubicBezTo>
                    <a:pt x="4944" y="0"/>
                    <a:pt x="4949" y="5"/>
                    <a:pt x="4949" y="11"/>
                  </a:cubicBezTo>
                  <a:cubicBezTo>
                    <a:pt x="4949" y="17"/>
                    <a:pt x="4944" y="22"/>
                    <a:pt x="4938" y="22"/>
                  </a:cubicBezTo>
                  <a:lnTo>
                    <a:pt x="4874" y="22"/>
                  </a:lnTo>
                  <a:cubicBezTo>
                    <a:pt x="4868" y="22"/>
                    <a:pt x="4864" y="17"/>
                    <a:pt x="4864" y="11"/>
                  </a:cubicBezTo>
                  <a:cubicBezTo>
                    <a:pt x="4864" y="5"/>
                    <a:pt x="4868" y="0"/>
                    <a:pt x="4874" y="0"/>
                  </a:cubicBezTo>
                  <a:close/>
                  <a:moveTo>
                    <a:pt x="5002" y="0"/>
                  </a:moveTo>
                  <a:lnTo>
                    <a:pt x="5066" y="0"/>
                  </a:lnTo>
                  <a:cubicBezTo>
                    <a:pt x="5072" y="0"/>
                    <a:pt x="5077" y="5"/>
                    <a:pt x="5077" y="11"/>
                  </a:cubicBezTo>
                  <a:cubicBezTo>
                    <a:pt x="5077" y="17"/>
                    <a:pt x="5072" y="22"/>
                    <a:pt x="5066" y="22"/>
                  </a:cubicBezTo>
                  <a:lnTo>
                    <a:pt x="5002" y="22"/>
                  </a:lnTo>
                  <a:cubicBezTo>
                    <a:pt x="4996" y="22"/>
                    <a:pt x="4992" y="17"/>
                    <a:pt x="4992" y="11"/>
                  </a:cubicBezTo>
                  <a:cubicBezTo>
                    <a:pt x="4992" y="5"/>
                    <a:pt x="4996" y="0"/>
                    <a:pt x="5002" y="0"/>
                  </a:cubicBezTo>
                  <a:close/>
                  <a:moveTo>
                    <a:pt x="5130" y="0"/>
                  </a:moveTo>
                  <a:lnTo>
                    <a:pt x="5194" y="0"/>
                  </a:lnTo>
                  <a:cubicBezTo>
                    <a:pt x="5200" y="0"/>
                    <a:pt x="5205" y="5"/>
                    <a:pt x="5205" y="11"/>
                  </a:cubicBezTo>
                  <a:cubicBezTo>
                    <a:pt x="5205" y="17"/>
                    <a:pt x="5200" y="22"/>
                    <a:pt x="5194" y="22"/>
                  </a:cubicBezTo>
                  <a:lnTo>
                    <a:pt x="5130" y="22"/>
                  </a:lnTo>
                  <a:cubicBezTo>
                    <a:pt x="5124" y="22"/>
                    <a:pt x="5120" y="17"/>
                    <a:pt x="5120" y="11"/>
                  </a:cubicBezTo>
                  <a:cubicBezTo>
                    <a:pt x="5120" y="5"/>
                    <a:pt x="5124" y="0"/>
                    <a:pt x="5130" y="0"/>
                  </a:cubicBezTo>
                  <a:close/>
                  <a:moveTo>
                    <a:pt x="5258" y="0"/>
                  </a:moveTo>
                  <a:lnTo>
                    <a:pt x="5322" y="0"/>
                  </a:lnTo>
                  <a:cubicBezTo>
                    <a:pt x="5328" y="0"/>
                    <a:pt x="5333" y="5"/>
                    <a:pt x="5333" y="11"/>
                  </a:cubicBezTo>
                  <a:cubicBezTo>
                    <a:pt x="5333" y="17"/>
                    <a:pt x="5328" y="22"/>
                    <a:pt x="5322" y="22"/>
                  </a:cubicBezTo>
                  <a:lnTo>
                    <a:pt x="5258" y="22"/>
                  </a:lnTo>
                  <a:cubicBezTo>
                    <a:pt x="5252" y="22"/>
                    <a:pt x="5248" y="17"/>
                    <a:pt x="5248" y="11"/>
                  </a:cubicBezTo>
                  <a:cubicBezTo>
                    <a:pt x="5248" y="5"/>
                    <a:pt x="5252" y="0"/>
                    <a:pt x="5258" y="0"/>
                  </a:cubicBezTo>
                  <a:close/>
                  <a:moveTo>
                    <a:pt x="5386" y="0"/>
                  </a:moveTo>
                  <a:lnTo>
                    <a:pt x="5450" y="0"/>
                  </a:lnTo>
                  <a:cubicBezTo>
                    <a:pt x="5456" y="0"/>
                    <a:pt x="5461" y="5"/>
                    <a:pt x="5461" y="11"/>
                  </a:cubicBezTo>
                  <a:cubicBezTo>
                    <a:pt x="5461" y="17"/>
                    <a:pt x="5456" y="22"/>
                    <a:pt x="5450" y="22"/>
                  </a:cubicBezTo>
                  <a:lnTo>
                    <a:pt x="5386" y="22"/>
                  </a:lnTo>
                  <a:cubicBezTo>
                    <a:pt x="5380" y="22"/>
                    <a:pt x="5376" y="17"/>
                    <a:pt x="5376" y="11"/>
                  </a:cubicBezTo>
                  <a:cubicBezTo>
                    <a:pt x="5376" y="5"/>
                    <a:pt x="5380" y="0"/>
                    <a:pt x="5386" y="0"/>
                  </a:cubicBezTo>
                  <a:close/>
                  <a:moveTo>
                    <a:pt x="5514" y="0"/>
                  </a:moveTo>
                  <a:lnTo>
                    <a:pt x="5578" y="0"/>
                  </a:lnTo>
                  <a:cubicBezTo>
                    <a:pt x="5584" y="0"/>
                    <a:pt x="5589" y="5"/>
                    <a:pt x="5589" y="11"/>
                  </a:cubicBezTo>
                  <a:cubicBezTo>
                    <a:pt x="5589" y="17"/>
                    <a:pt x="5584" y="22"/>
                    <a:pt x="5578" y="22"/>
                  </a:cubicBezTo>
                  <a:lnTo>
                    <a:pt x="5514" y="22"/>
                  </a:lnTo>
                  <a:cubicBezTo>
                    <a:pt x="5508" y="22"/>
                    <a:pt x="5504" y="17"/>
                    <a:pt x="5504" y="11"/>
                  </a:cubicBezTo>
                  <a:cubicBezTo>
                    <a:pt x="5504" y="5"/>
                    <a:pt x="5508" y="0"/>
                    <a:pt x="5514" y="0"/>
                  </a:cubicBezTo>
                  <a:close/>
                  <a:moveTo>
                    <a:pt x="5642" y="0"/>
                  </a:moveTo>
                  <a:lnTo>
                    <a:pt x="5706" y="0"/>
                  </a:lnTo>
                  <a:cubicBezTo>
                    <a:pt x="5712" y="0"/>
                    <a:pt x="5717" y="5"/>
                    <a:pt x="5717" y="11"/>
                  </a:cubicBezTo>
                  <a:cubicBezTo>
                    <a:pt x="5717" y="17"/>
                    <a:pt x="5712" y="22"/>
                    <a:pt x="5706" y="22"/>
                  </a:cubicBezTo>
                  <a:lnTo>
                    <a:pt x="5642" y="22"/>
                  </a:lnTo>
                  <a:cubicBezTo>
                    <a:pt x="5636" y="22"/>
                    <a:pt x="5632" y="17"/>
                    <a:pt x="5632" y="11"/>
                  </a:cubicBezTo>
                  <a:cubicBezTo>
                    <a:pt x="5632" y="5"/>
                    <a:pt x="5636" y="0"/>
                    <a:pt x="5642" y="0"/>
                  </a:cubicBezTo>
                  <a:close/>
                  <a:moveTo>
                    <a:pt x="5770" y="0"/>
                  </a:moveTo>
                  <a:lnTo>
                    <a:pt x="5834" y="0"/>
                  </a:lnTo>
                  <a:cubicBezTo>
                    <a:pt x="5840" y="0"/>
                    <a:pt x="5845" y="5"/>
                    <a:pt x="5845" y="11"/>
                  </a:cubicBezTo>
                  <a:cubicBezTo>
                    <a:pt x="5845" y="17"/>
                    <a:pt x="5840" y="22"/>
                    <a:pt x="5834" y="22"/>
                  </a:cubicBezTo>
                  <a:lnTo>
                    <a:pt x="5770" y="22"/>
                  </a:lnTo>
                  <a:cubicBezTo>
                    <a:pt x="5764" y="22"/>
                    <a:pt x="5760" y="17"/>
                    <a:pt x="5760" y="11"/>
                  </a:cubicBezTo>
                  <a:cubicBezTo>
                    <a:pt x="5760" y="5"/>
                    <a:pt x="5764" y="0"/>
                    <a:pt x="5770" y="0"/>
                  </a:cubicBezTo>
                  <a:close/>
                  <a:moveTo>
                    <a:pt x="5898" y="0"/>
                  </a:moveTo>
                  <a:lnTo>
                    <a:pt x="5962" y="0"/>
                  </a:lnTo>
                  <a:cubicBezTo>
                    <a:pt x="5968" y="0"/>
                    <a:pt x="5973" y="5"/>
                    <a:pt x="5973" y="11"/>
                  </a:cubicBezTo>
                  <a:cubicBezTo>
                    <a:pt x="5973" y="17"/>
                    <a:pt x="5968" y="22"/>
                    <a:pt x="5962" y="22"/>
                  </a:cubicBezTo>
                  <a:lnTo>
                    <a:pt x="5898" y="22"/>
                  </a:lnTo>
                  <a:cubicBezTo>
                    <a:pt x="5892" y="22"/>
                    <a:pt x="5888" y="17"/>
                    <a:pt x="5888" y="11"/>
                  </a:cubicBezTo>
                  <a:cubicBezTo>
                    <a:pt x="5888" y="5"/>
                    <a:pt x="5892" y="0"/>
                    <a:pt x="5898" y="0"/>
                  </a:cubicBezTo>
                  <a:close/>
                  <a:moveTo>
                    <a:pt x="6026" y="0"/>
                  </a:moveTo>
                  <a:lnTo>
                    <a:pt x="6090" y="0"/>
                  </a:lnTo>
                  <a:cubicBezTo>
                    <a:pt x="6096" y="0"/>
                    <a:pt x="6101" y="5"/>
                    <a:pt x="6101" y="11"/>
                  </a:cubicBezTo>
                  <a:cubicBezTo>
                    <a:pt x="6101" y="17"/>
                    <a:pt x="6096" y="22"/>
                    <a:pt x="6090" y="22"/>
                  </a:cubicBezTo>
                  <a:lnTo>
                    <a:pt x="6026" y="22"/>
                  </a:lnTo>
                  <a:cubicBezTo>
                    <a:pt x="6020" y="22"/>
                    <a:pt x="6016" y="17"/>
                    <a:pt x="6016" y="11"/>
                  </a:cubicBezTo>
                  <a:cubicBezTo>
                    <a:pt x="6016" y="5"/>
                    <a:pt x="6020" y="0"/>
                    <a:pt x="6026" y="0"/>
                  </a:cubicBezTo>
                  <a:close/>
                  <a:moveTo>
                    <a:pt x="6154" y="0"/>
                  </a:moveTo>
                  <a:lnTo>
                    <a:pt x="6218" y="0"/>
                  </a:lnTo>
                  <a:cubicBezTo>
                    <a:pt x="6224" y="0"/>
                    <a:pt x="6229" y="5"/>
                    <a:pt x="6229" y="11"/>
                  </a:cubicBezTo>
                  <a:cubicBezTo>
                    <a:pt x="6229" y="17"/>
                    <a:pt x="6224" y="22"/>
                    <a:pt x="6218" y="22"/>
                  </a:cubicBezTo>
                  <a:lnTo>
                    <a:pt x="6154" y="22"/>
                  </a:lnTo>
                  <a:cubicBezTo>
                    <a:pt x="6148" y="22"/>
                    <a:pt x="6144" y="17"/>
                    <a:pt x="6144" y="11"/>
                  </a:cubicBezTo>
                  <a:cubicBezTo>
                    <a:pt x="6144" y="5"/>
                    <a:pt x="6148" y="0"/>
                    <a:pt x="6154" y="0"/>
                  </a:cubicBezTo>
                  <a:close/>
                  <a:moveTo>
                    <a:pt x="6282" y="0"/>
                  </a:moveTo>
                  <a:lnTo>
                    <a:pt x="6346" y="0"/>
                  </a:lnTo>
                  <a:cubicBezTo>
                    <a:pt x="6352" y="0"/>
                    <a:pt x="6357" y="5"/>
                    <a:pt x="6357" y="11"/>
                  </a:cubicBezTo>
                  <a:cubicBezTo>
                    <a:pt x="6357" y="17"/>
                    <a:pt x="6352" y="22"/>
                    <a:pt x="6346" y="22"/>
                  </a:cubicBezTo>
                  <a:lnTo>
                    <a:pt x="6282" y="22"/>
                  </a:lnTo>
                  <a:cubicBezTo>
                    <a:pt x="6276" y="22"/>
                    <a:pt x="6272" y="17"/>
                    <a:pt x="6272" y="11"/>
                  </a:cubicBezTo>
                  <a:cubicBezTo>
                    <a:pt x="6272" y="5"/>
                    <a:pt x="6276" y="0"/>
                    <a:pt x="6282" y="0"/>
                  </a:cubicBezTo>
                  <a:close/>
                  <a:moveTo>
                    <a:pt x="6410" y="0"/>
                  </a:moveTo>
                  <a:lnTo>
                    <a:pt x="6474" y="0"/>
                  </a:lnTo>
                  <a:cubicBezTo>
                    <a:pt x="6480" y="0"/>
                    <a:pt x="6485" y="5"/>
                    <a:pt x="6485" y="11"/>
                  </a:cubicBezTo>
                  <a:cubicBezTo>
                    <a:pt x="6485" y="17"/>
                    <a:pt x="6480" y="22"/>
                    <a:pt x="6474" y="22"/>
                  </a:cubicBezTo>
                  <a:lnTo>
                    <a:pt x="6410" y="22"/>
                  </a:lnTo>
                  <a:cubicBezTo>
                    <a:pt x="6404" y="22"/>
                    <a:pt x="6400" y="17"/>
                    <a:pt x="6400" y="11"/>
                  </a:cubicBezTo>
                  <a:cubicBezTo>
                    <a:pt x="6400" y="5"/>
                    <a:pt x="6404" y="0"/>
                    <a:pt x="6410" y="0"/>
                  </a:cubicBezTo>
                  <a:close/>
                  <a:moveTo>
                    <a:pt x="6538" y="0"/>
                  </a:moveTo>
                  <a:lnTo>
                    <a:pt x="6602" y="0"/>
                  </a:lnTo>
                  <a:cubicBezTo>
                    <a:pt x="6608" y="0"/>
                    <a:pt x="6613" y="5"/>
                    <a:pt x="6613" y="11"/>
                  </a:cubicBezTo>
                  <a:cubicBezTo>
                    <a:pt x="6613" y="17"/>
                    <a:pt x="6608" y="22"/>
                    <a:pt x="6602" y="22"/>
                  </a:cubicBezTo>
                  <a:lnTo>
                    <a:pt x="6538" y="22"/>
                  </a:lnTo>
                  <a:cubicBezTo>
                    <a:pt x="6532" y="22"/>
                    <a:pt x="6528" y="17"/>
                    <a:pt x="6528" y="11"/>
                  </a:cubicBezTo>
                  <a:cubicBezTo>
                    <a:pt x="6528" y="5"/>
                    <a:pt x="6532" y="0"/>
                    <a:pt x="6538" y="0"/>
                  </a:cubicBezTo>
                  <a:close/>
                  <a:moveTo>
                    <a:pt x="6666" y="0"/>
                  </a:moveTo>
                  <a:lnTo>
                    <a:pt x="6730" y="0"/>
                  </a:lnTo>
                  <a:cubicBezTo>
                    <a:pt x="6736" y="0"/>
                    <a:pt x="6741" y="5"/>
                    <a:pt x="6741" y="11"/>
                  </a:cubicBezTo>
                  <a:cubicBezTo>
                    <a:pt x="6741" y="17"/>
                    <a:pt x="6736" y="22"/>
                    <a:pt x="6730" y="22"/>
                  </a:cubicBezTo>
                  <a:lnTo>
                    <a:pt x="6666" y="22"/>
                  </a:lnTo>
                  <a:cubicBezTo>
                    <a:pt x="6660" y="22"/>
                    <a:pt x="6656" y="17"/>
                    <a:pt x="6656" y="11"/>
                  </a:cubicBezTo>
                  <a:cubicBezTo>
                    <a:pt x="6656" y="5"/>
                    <a:pt x="6660" y="0"/>
                    <a:pt x="6666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Rectangle 50"/>
            <p:cNvSpPr>
              <a:spLocks noChangeArrowheads="1"/>
            </p:cNvSpPr>
            <p:nvPr/>
          </p:nvSpPr>
          <p:spPr bwMode="auto">
            <a:xfrm>
              <a:off x="1988894" y="1726834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8" name="Rectangle 51"/>
            <p:cNvSpPr>
              <a:spLocks noChangeArrowheads="1"/>
            </p:cNvSpPr>
            <p:nvPr/>
          </p:nvSpPr>
          <p:spPr bwMode="auto">
            <a:xfrm>
              <a:off x="1993657" y="2307859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49" name="Rectangle 52"/>
            <p:cNvSpPr>
              <a:spLocks noChangeArrowheads="1"/>
            </p:cNvSpPr>
            <p:nvPr/>
          </p:nvSpPr>
          <p:spPr bwMode="auto">
            <a:xfrm>
              <a:off x="1993657" y="2892059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50" name="Rectangle 77"/>
            <p:cNvSpPr>
              <a:spLocks noChangeArrowheads="1"/>
            </p:cNvSpPr>
            <p:nvPr/>
          </p:nvSpPr>
          <p:spPr bwMode="auto">
            <a:xfrm>
              <a:off x="5494094" y="2557097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78"/>
            <p:cNvSpPr>
              <a:spLocks noChangeArrowheads="1"/>
            </p:cNvSpPr>
            <p:nvPr/>
          </p:nvSpPr>
          <p:spPr bwMode="auto">
            <a:xfrm>
              <a:off x="5494094" y="2771409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79"/>
            <p:cNvSpPr>
              <a:spLocks noChangeArrowheads="1"/>
            </p:cNvSpPr>
            <p:nvPr/>
          </p:nvSpPr>
          <p:spPr bwMode="auto">
            <a:xfrm>
              <a:off x="5494094" y="2985722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80"/>
            <p:cNvSpPr>
              <a:spLocks noChangeArrowheads="1"/>
            </p:cNvSpPr>
            <p:nvPr/>
          </p:nvSpPr>
          <p:spPr bwMode="auto">
            <a:xfrm>
              <a:off x="2427044" y="3720734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81"/>
            <p:cNvSpPr>
              <a:spLocks noChangeArrowheads="1"/>
            </p:cNvSpPr>
            <p:nvPr/>
          </p:nvSpPr>
          <p:spPr bwMode="auto">
            <a:xfrm>
              <a:off x="2427044" y="3935047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82"/>
            <p:cNvSpPr>
              <a:spLocks noChangeArrowheads="1"/>
            </p:cNvSpPr>
            <p:nvPr/>
          </p:nvSpPr>
          <p:spPr bwMode="auto">
            <a:xfrm>
              <a:off x="2427044" y="4150947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Line 14"/>
            <p:cNvSpPr>
              <a:spLocks noChangeShapeType="1"/>
            </p:cNvSpPr>
            <p:nvPr/>
          </p:nvSpPr>
          <p:spPr bwMode="auto">
            <a:xfrm>
              <a:off x="4191123" y="1674448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3758150" y="1648232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2897897" y="193376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3186834" y="192600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3467859" y="1934168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476873" y="222943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3767020" y="222064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2896382" y="251044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3186529" y="250165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3177225" y="2796110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483746" y="2788352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3764771" y="279651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2897727" y="3082776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87544" y="3533963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3475090" y="3533963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3186163" y="3533963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3773709" y="3533963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</p:grpSp>
      <p:grpSp>
        <p:nvGrpSpPr>
          <p:cNvPr id="128" name="组合 127"/>
          <p:cNvGrpSpPr/>
          <p:nvPr/>
        </p:nvGrpSpPr>
        <p:grpSpPr>
          <a:xfrm>
            <a:off x="6292475" y="2445231"/>
            <a:ext cx="4022725" cy="2725738"/>
            <a:chOff x="4678363" y="2841626"/>
            <a:chExt cx="4022725" cy="2725738"/>
          </a:xfrm>
        </p:grpSpPr>
        <p:sp>
          <p:nvSpPr>
            <p:cNvPr id="74" name="Line 90"/>
            <p:cNvSpPr>
              <a:spLocks noChangeShapeType="1"/>
            </p:cNvSpPr>
            <p:nvPr/>
          </p:nvSpPr>
          <p:spPr bwMode="auto">
            <a:xfrm>
              <a:off x="4921251" y="4178301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Line 91"/>
            <p:cNvSpPr>
              <a:spLocks noChangeShapeType="1"/>
            </p:cNvSpPr>
            <p:nvPr/>
          </p:nvSpPr>
          <p:spPr bwMode="auto">
            <a:xfrm>
              <a:off x="5483226" y="4467226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Line 92"/>
            <p:cNvSpPr>
              <a:spLocks noChangeShapeType="1"/>
            </p:cNvSpPr>
            <p:nvPr/>
          </p:nvSpPr>
          <p:spPr bwMode="auto">
            <a:xfrm>
              <a:off x="5483226" y="3889376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Line 93"/>
            <p:cNvSpPr>
              <a:spLocks noChangeShapeType="1"/>
            </p:cNvSpPr>
            <p:nvPr/>
          </p:nvSpPr>
          <p:spPr bwMode="auto">
            <a:xfrm>
              <a:off x="4921251" y="3600451"/>
              <a:ext cx="3089275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Line 94"/>
            <p:cNvSpPr>
              <a:spLocks noChangeShapeType="1"/>
            </p:cNvSpPr>
            <p:nvPr/>
          </p:nvSpPr>
          <p:spPr bwMode="auto">
            <a:xfrm>
              <a:off x="5483226" y="3311526"/>
              <a:ext cx="252730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Line 95"/>
            <p:cNvSpPr>
              <a:spLocks noChangeShapeType="1"/>
            </p:cNvSpPr>
            <p:nvPr/>
          </p:nvSpPr>
          <p:spPr bwMode="auto">
            <a:xfrm>
              <a:off x="4943476" y="3022601"/>
              <a:ext cx="30670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Line 96"/>
            <p:cNvSpPr>
              <a:spLocks noChangeShapeType="1"/>
            </p:cNvSpPr>
            <p:nvPr/>
          </p:nvSpPr>
          <p:spPr bwMode="auto">
            <a:xfrm>
              <a:off x="5781676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Line 97"/>
            <p:cNvSpPr>
              <a:spLocks noChangeShapeType="1"/>
            </p:cNvSpPr>
            <p:nvPr/>
          </p:nvSpPr>
          <p:spPr bwMode="auto">
            <a:xfrm>
              <a:off x="6069013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Line 98"/>
            <p:cNvSpPr>
              <a:spLocks noChangeShapeType="1"/>
            </p:cNvSpPr>
            <p:nvPr/>
          </p:nvSpPr>
          <p:spPr bwMode="auto">
            <a:xfrm>
              <a:off x="6357938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Line 99"/>
            <p:cNvSpPr>
              <a:spLocks noChangeShapeType="1"/>
            </p:cNvSpPr>
            <p:nvPr/>
          </p:nvSpPr>
          <p:spPr bwMode="auto">
            <a:xfrm>
              <a:off x="6646863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Line 100"/>
            <p:cNvSpPr>
              <a:spLocks noChangeShapeType="1"/>
            </p:cNvSpPr>
            <p:nvPr/>
          </p:nvSpPr>
          <p:spPr bwMode="auto">
            <a:xfrm>
              <a:off x="7224713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Line 101"/>
            <p:cNvSpPr>
              <a:spLocks noChangeShapeType="1"/>
            </p:cNvSpPr>
            <p:nvPr/>
          </p:nvSpPr>
          <p:spPr bwMode="auto">
            <a:xfrm>
              <a:off x="7512051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Line 102"/>
            <p:cNvSpPr>
              <a:spLocks noChangeShapeType="1"/>
            </p:cNvSpPr>
            <p:nvPr/>
          </p:nvSpPr>
          <p:spPr bwMode="auto">
            <a:xfrm>
              <a:off x="7800976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Oval 104"/>
            <p:cNvSpPr>
              <a:spLocks noChangeArrowheads="1"/>
            </p:cNvSpPr>
            <p:nvPr/>
          </p:nvSpPr>
          <p:spPr bwMode="auto">
            <a:xfrm>
              <a:off x="5429251" y="3278188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Rectangle 105"/>
            <p:cNvSpPr>
              <a:spLocks noChangeArrowheads="1"/>
            </p:cNvSpPr>
            <p:nvPr/>
          </p:nvSpPr>
          <p:spPr bwMode="auto">
            <a:xfrm>
              <a:off x="5249863" y="3168651"/>
              <a:ext cx="180975" cy="290513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Rectangle 106"/>
            <p:cNvSpPr>
              <a:spLocks noChangeArrowheads="1"/>
            </p:cNvSpPr>
            <p:nvPr/>
          </p:nvSpPr>
          <p:spPr bwMode="auto">
            <a:xfrm>
              <a:off x="5307013" y="3228976"/>
              <a:ext cx="133350" cy="211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0" name="Oval 107"/>
            <p:cNvSpPr>
              <a:spLocks noChangeArrowheads="1"/>
            </p:cNvSpPr>
            <p:nvPr/>
          </p:nvSpPr>
          <p:spPr bwMode="auto">
            <a:xfrm>
              <a:off x="5429251" y="3863976"/>
              <a:ext cx="73025" cy="7302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Rectangle 108"/>
            <p:cNvSpPr>
              <a:spLocks noChangeArrowheads="1"/>
            </p:cNvSpPr>
            <p:nvPr/>
          </p:nvSpPr>
          <p:spPr bwMode="auto">
            <a:xfrm>
              <a:off x="5249863" y="3756026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Rectangle 109"/>
            <p:cNvSpPr>
              <a:spLocks noChangeArrowheads="1"/>
            </p:cNvSpPr>
            <p:nvPr/>
          </p:nvSpPr>
          <p:spPr bwMode="auto">
            <a:xfrm>
              <a:off x="5307013" y="3816351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3" name="Oval 110"/>
            <p:cNvSpPr>
              <a:spLocks noChangeArrowheads="1"/>
            </p:cNvSpPr>
            <p:nvPr/>
          </p:nvSpPr>
          <p:spPr bwMode="auto">
            <a:xfrm>
              <a:off x="5429251" y="4438651"/>
              <a:ext cx="73025" cy="71438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Rectangle 111"/>
            <p:cNvSpPr>
              <a:spLocks noChangeArrowheads="1"/>
            </p:cNvSpPr>
            <p:nvPr/>
          </p:nvSpPr>
          <p:spPr bwMode="auto">
            <a:xfrm>
              <a:off x="5249863" y="4329113"/>
              <a:ext cx="180975" cy="288925"/>
            </a:xfrm>
            <a:prstGeom prst="rect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Rectangle 112"/>
            <p:cNvSpPr>
              <a:spLocks noChangeArrowheads="1"/>
            </p:cNvSpPr>
            <p:nvPr/>
          </p:nvSpPr>
          <p:spPr bwMode="auto">
            <a:xfrm>
              <a:off x="5307013" y="4389438"/>
              <a:ext cx="133350" cy="209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2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Line 113"/>
            <p:cNvSpPr>
              <a:spLocks noChangeShapeType="1"/>
            </p:cNvSpPr>
            <p:nvPr/>
          </p:nvSpPr>
          <p:spPr bwMode="auto">
            <a:xfrm flipH="1">
              <a:off x="5091113" y="3309938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Line 114"/>
            <p:cNvSpPr>
              <a:spLocks noChangeShapeType="1"/>
            </p:cNvSpPr>
            <p:nvPr/>
          </p:nvSpPr>
          <p:spPr bwMode="auto">
            <a:xfrm flipV="1">
              <a:off x="5089526" y="3001963"/>
              <a:ext cx="0" cy="307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Line 115"/>
            <p:cNvSpPr>
              <a:spLocks noChangeShapeType="1"/>
            </p:cNvSpPr>
            <p:nvPr/>
          </p:nvSpPr>
          <p:spPr bwMode="auto">
            <a:xfrm flipH="1">
              <a:off x="5091113" y="3889376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Line 116"/>
            <p:cNvSpPr>
              <a:spLocks noChangeShapeType="1"/>
            </p:cNvSpPr>
            <p:nvPr/>
          </p:nvSpPr>
          <p:spPr bwMode="auto">
            <a:xfrm flipV="1">
              <a:off x="5089526" y="3622676"/>
              <a:ext cx="0" cy="26670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Line 117"/>
            <p:cNvSpPr>
              <a:spLocks noChangeShapeType="1"/>
            </p:cNvSpPr>
            <p:nvPr/>
          </p:nvSpPr>
          <p:spPr bwMode="auto">
            <a:xfrm flipH="1">
              <a:off x="5091113" y="4467226"/>
              <a:ext cx="158750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Line 118"/>
            <p:cNvSpPr>
              <a:spLocks noChangeShapeType="1"/>
            </p:cNvSpPr>
            <p:nvPr/>
          </p:nvSpPr>
          <p:spPr bwMode="auto">
            <a:xfrm flipV="1">
              <a:off x="5089526" y="4159251"/>
              <a:ext cx="0" cy="307975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Oval 119"/>
            <p:cNvSpPr>
              <a:spLocks noChangeArrowheads="1"/>
            </p:cNvSpPr>
            <p:nvPr/>
          </p:nvSpPr>
          <p:spPr bwMode="auto">
            <a:xfrm>
              <a:off x="5062538" y="3568701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Oval 120"/>
            <p:cNvSpPr>
              <a:spLocks noChangeArrowheads="1"/>
            </p:cNvSpPr>
            <p:nvPr/>
          </p:nvSpPr>
          <p:spPr bwMode="auto">
            <a:xfrm>
              <a:off x="5062538" y="3568701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Oval 121"/>
            <p:cNvSpPr>
              <a:spLocks noChangeArrowheads="1"/>
            </p:cNvSpPr>
            <p:nvPr/>
          </p:nvSpPr>
          <p:spPr bwMode="auto">
            <a:xfrm>
              <a:off x="5062538" y="3001963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Oval 122"/>
            <p:cNvSpPr>
              <a:spLocks noChangeArrowheads="1"/>
            </p:cNvSpPr>
            <p:nvPr/>
          </p:nvSpPr>
          <p:spPr bwMode="auto">
            <a:xfrm>
              <a:off x="5062538" y="3001963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Oval 123"/>
            <p:cNvSpPr>
              <a:spLocks noChangeArrowheads="1"/>
            </p:cNvSpPr>
            <p:nvPr/>
          </p:nvSpPr>
          <p:spPr bwMode="auto">
            <a:xfrm>
              <a:off x="5062538" y="4159251"/>
              <a:ext cx="53975" cy="53975"/>
            </a:xfrm>
            <a:prstGeom prst="ellipse">
              <a:avLst/>
            </a:pr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Oval 124"/>
            <p:cNvSpPr>
              <a:spLocks noChangeArrowheads="1"/>
            </p:cNvSpPr>
            <p:nvPr/>
          </p:nvSpPr>
          <p:spPr bwMode="auto">
            <a:xfrm>
              <a:off x="5062538" y="4159251"/>
              <a:ext cx="53975" cy="53975"/>
            </a:xfrm>
            <a:prstGeom prst="ellipse">
              <a:avLst/>
            </a:prstGeom>
            <a:noFill/>
            <a:ln w="3175" cap="sq">
              <a:solidFill>
                <a:srgbClr val="000000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Rectangle 125"/>
            <p:cNvSpPr>
              <a:spLocks noChangeArrowheads="1"/>
            </p:cNvSpPr>
            <p:nvPr/>
          </p:nvSpPr>
          <p:spPr bwMode="auto">
            <a:xfrm>
              <a:off x="8324851" y="4805363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F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09" name="Rectangle 126"/>
            <p:cNvSpPr>
              <a:spLocks noChangeArrowheads="1"/>
            </p:cNvSpPr>
            <p:nvPr/>
          </p:nvSpPr>
          <p:spPr bwMode="auto">
            <a:xfrm>
              <a:off x="8423276" y="4887913"/>
              <a:ext cx="106363" cy="173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1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" name="Line 129"/>
            <p:cNvSpPr>
              <a:spLocks noChangeShapeType="1"/>
            </p:cNvSpPr>
            <p:nvPr/>
          </p:nvSpPr>
          <p:spPr bwMode="auto">
            <a:xfrm>
              <a:off x="5486401" y="4908551"/>
              <a:ext cx="2703513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130"/>
            <p:cNvSpPr>
              <a:spLocks noEditPoints="1"/>
            </p:cNvSpPr>
            <p:nvPr/>
          </p:nvSpPr>
          <p:spPr bwMode="auto">
            <a:xfrm>
              <a:off x="4678363" y="4689233"/>
              <a:ext cx="4022725" cy="0"/>
            </a:xfrm>
            <a:custGeom>
              <a:avLst/>
              <a:gdLst>
                <a:gd name="T0" fmla="*/ 0 w 6741"/>
                <a:gd name="T1" fmla="*/ 11 h 22"/>
                <a:gd name="T2" fmla="*/ 138 w 6741"/>
                <a:gd name="T3" fmla="*/ 22 h 22"/>
                <a:gd name="T4" fmla="*/ 330 w 6741"/>
                <a:gd name="T5" fmla="*/ 22 h 22"/>
                <a:gd name="T6" fmla="*/ 469 w 6741"/>
                <a:gd name="T7" fmla="*/ 11 h 22"/>
                <a:gd name="T8" fmla="*/ 586 w 6741"/>
                <a:gd name="T9" fmla="*/ 0 h 22"/>
                <a:gd name="T10" fmla="*/ 650 w 6741"/>
                <a:gd name="T11" fmla="*/ 0 h 22"/>
                <a:gd name="T12" fmla="*/ 650 w 6741"/>
                <a:gd name="T13" fmla="*/ 0 h 22"/>
                <a:gd name="T14" fmla="*/ 768 w 6741"/>
                <a:gd name="T15" fmla="*/ 11 h 22"/>
                <a:gd name="T16" fmla="*/ 906 w 6741"/>
                <a:gd name="T17" fmla="*/ 22 h 22"/>
                <a:gd name="T18" fmla="*/ 1098 w 6741"/>
                <a:gd name="T19" fmla="*/ 22 h 22"/>
                <a:gd name="T20" fmla="*/ 1237 w 6741"/>
                <a:gd name="T21" fmla="*/ 11 h 22"/>
                <a:gd name="T22" fmla="*/ 1354 w 6741"/>
                <a:gd name="T23" fmla="*/ 0 h 22"/>
                <a:gd name="T24" fmla="*/ 1418 w 6741"/>
                <a:gd name="T25" fmla="*/ 0 h 22"/>
                <a:gd name="T26" fmla="*/ 1418 w 6741"/>
                <a:gd name="T27" fmla="*/ 0 h 22"/>
                <a:gd name="T28" fmla="*/ 1536 w 6741"/>
                <a:gd name="T29" fmla="*/ 11 h 22"/>
                <a:gd name="T30" fmla="*/ 1674 w 6741"/>
                <a:gd name="T31" fmla="*/ 22 h 22"/>
                <a:gd name="T32" fmla="*/ 1866 w 6741"/>
                <a:gd name="T33" fmla="*/ 22 h 22"/>
                <a:gd name="T34" fmla="*/ 2005 w 6741"/>
                <a:gd name="T35" fmla="*/ 11 h 22"/>
                <a:gd name="T36" fmla="*/ 2122 w 6741"/>
                <a:gd name="T37" fmla="*/ 0 h 22"/>
                <a:gd name="T38" fmla="*/ 2186 w 6741"/>
                <a:gd name="T39" fmla="*/ 0 h 22"/>
                <a:gd name="T40" fmla="*/ 2186 w 6741"/>
                <a:gd name="T41" fmla="*/ 0 h 22"/>
                <a:gd name="T42" fmla="*/ 2304 w 6741"/>
                <a:gd name="T43" fmla="*/ 11 h 22"/>
                <a:gd name="T44" fmla="*/ 2442 w 6741"/>
                <a:gd name="T45" fmla="*/ 22 h 22"/>
                <a:gd name="T46" fmla="*/ 2634 w 6741"/>
                <a:gd name="T47" fmla="*/ 22 h 22"/>
                <a:gd name="T48" fmla="*/ 2773 w 6741"/>
                <a:gd name="T49" fmla="*/ 11 h 22"/>
                <a:gd name="T50" fmla="*/ 2890 w 6741"/>
                <a:gd name="T51" fmla="*/ 0 h 22"/>
                <a:gd name="T52" fmla="*/ 2954 w 6741"/>
                <a:gd name="T53" fmla="*/ 0 h 22"/>
                <a:gd name="T54" fmla="*/ 2954 w 6741"/>
                <a:gd name="T55" fmla="*/ 0 h 22"/>
                <a:gd name="T56" fmla="*/ 3072 w 6741"/>
                <a:gd name="T57" fmla="*/ 11 h 22"/>
                <a:gd name="T58" fmla="*/ 3210 w 6741"/>
                <a:gd name="T59" fmla="*/ 22 h 22"/>
                <a:gd name="T60" fmla="*/ 3402 w 6741"/>
                <a:gd name="T61" fmla="*/ 22 h 22"/>
                <a:gd name="T62" fmla="*/ 3541 w 6741"/>
                <a:gd name="T63" fmla="*/ 11 h 22"/>
                <a:gd name="T64" fmla="*/ 3658 w 6741"/>
                <a:gd name="T65" fmla="*/ 0 h 22"/>
                <a:gd name="T66" fmla="*/ 3722 w 6741"/>
                <a:gd name="T67" fmla="*/ 0 h 22"/>
                <a:gd name="T68" fmla="*/ 3722 w 6741"/>
                <a:gd name="T69" fmla="*/ 0 h 22"/>
                <a:gd name="T70" fmla="*/ 3840 w 6741"/>
                <a:gd name="T71" fmla="*/ 11 h 22"/>
                <a:gd name="T72" fmla="*/ 3978 w 6741"/>
                <a:gd name="T73" fmla="*/ 22 h 22"/>
                <a:gd name="T74" fmla="*/ 4170 w 6741"/>
                <a:gd name="T75" fmla="*/ 22 h 22"/>
                <a:gd name="T76" fmla="*/ 4309 w 6741"/>
                <a:gd name="T77" fmla="*/ 11 h 22"/>
                <a:gd name="T78" fmla="*/ 4426 w 6741"/>
                <a:gd name="T79" fmla="*/ 0 h 22"/>
                <a:gd name="T80" fmla="*/ 4490 w 6741"/>
                <a:gd name="T81" fmla="*/ 0 h 22"/>
                <a:gd name="T82" fmla="*/ 4490 w 6741"/>
                <a:gd name="T83" fmla="*/ 0 h 22"/>
                <a:gd name="T84" fmla="*/ 4608 w 6741"/>
                <a:gd name="T85" fmla="*/ 11 h 22"/>
                <a:gd name="T86" fmla="*/ 4746 w 6741"/>
                <a:gd name="T87" fmla="*/ 22 h 22"/>
                <a:gd name="T88" fmla="*/ 4938 w 6741"/>
                <a:gd name="T89" fmla="*/ 22 h 22"/>
                <a:gd name="T90" fmla="*/ 5077 w 6741"/>
                <a:gd name="T91" fmla="*/ 11 h 22"/>
                <a:gd name="T92" fmla="*/ 5194 w 6741"/>
                <a:gd name="T93" fmla="*/ 0 h 22"/>
                <a:gd name="T94" fmla="*/ 5258 w 6741"/>
                <a:gd name="T95" fmla="*/ 0 h 22"/>
                <a:gd name="T96" fmla="*/ 5258 w 6741"/>
                <a:gd name="T97" fmla="*/ 0 h 22"/>
                <a:gd name="T98" fmla="*/ 5376 w 6741"/>
                <a:gd name="T99" fmla="*/ 11 h 22"/>
                <a:gd name="T100" fmla="*/ 5514 w 6741"/>
                <a:gd name="T101" fmla="*/ 22 h 22"/>
                <a:gd name="T102" fmla="*/ 5706 w 6741"/>
                <a:gd name="T103" fmla="*/ 22 h 22"/>
                <a:gd name="T104" fmla="*/ 5845 w 6741"/>
                <a:gd name="T105" fmla="*/ 11 h 22"/>
                <a:gd name="T106" fmla="*/ 5962 w 6741"/>
                <a:gd name="T107" fmla="*/ 0 h 22"/>
                <a:gd name="T108" fmla="*/ 6026 w 6741"/>
                <a:gd name="T109" fmla="*/ 0 h 22"/>
                <a:gd name="T110" fmla="*/ 6026 w 6741"/>
                <a:gd name="T111" fmla="*/ 0 h 22"/>
                <a:gd name="T112" fmla="*/ 6144 w 6741"/>
                <a:gd name="T113" fmla="*/ 11 h 22"/>
                <a:gd name="T114" fmla="*/ 6282 w 6741"/>
                <a:gd name="T115" fmla="*/ 22 h 22"/>
                <a:gd name="T116" fmla="*/ 6474 w 6741"/>
                <a:gd name="T117" fmla="*/ 22 h 22"/>
                <a:gd name="T118" fmla="*/ 6613 w 6741"/>
                <a:gd name="T119" fmla="*/ 11 h 22"/>
                <a:gd name="T120" fmla="*/ 6730 w 6741"/>
                <a:gd name="T12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741" h="22">
                  <a:moveTo>
                    <a:pt x="10" y="0"/>
                  </a:moveTo>
                  <a:lnTo>
                    <a:pt x="74" y="0"/>
                  </a:lnTo>
                  <a:cubicBezTo>
                    <a:pt x="80" y="0"/>
                    <a:pt x="85" y="5"/>
                    <a:pt x="85" y="11"/>
                  </a:cubicBezTo>
                  <a:cubicBezTo>
                    <a:pt x="85" y="17"/>
                    <a:pt x="80" y="22"/>
                    <a:pt x="74" y="22"/>
                  </a:cubicBezTo>
                  <a:lnTo>
                    <a:pt x="10" y="22"/>
                  </a:lnTo>
                  <a:cubicBezTo>
                    <a:pt x="4" y="22"/>
                    <a:pt x="0" y="17"/>
                    <a:pt x="0" y="11"/>
                  </a:cubicBezTo>
                  <a:cubicBezTo>
                    <a:pt x="0" y="5"/>
                    <a:pt x="4" y="0"/>
                    <a:pt x="10" y="0"/>
                  </a:cubicBezTo>
                  <a:close/>
                  <a:moveTo>
                    <a:pt x="138" y="0"/>
                  </a:moveTo>
                  <a:lnTo>
                    <a:pt x="202" y="0"/>
                  </a:lnTo>
                  <a:cubicBezTo>
                    <a:pt x="208" y="0"/>
                    <a:pt x="213" y="5"/>
                    <a:pt x="213" y="11"/>
                  </a:cubicBezTo>
                  <a:cubicBezTo>
                    <a:pt x="213" y="17"/>
                    <a:pt x="208" y="22"/>
                    <a:pt x="202" y="22"/>
                  </a:cubicBezTo>
                  <a:lnTo>
                    <a:pt x="138" y="22"/>
                  </a:lnTo>
                  <a:cubicBezTo>
                    <a:pt x="132" y="22"/>
                    <a:pt x="128" y="17"/>
                    <a:pt x="128" y="11"/>
                  </a:cubicBezTo>
                  <a:cubicBezTo>
                    <a:pt x="128" y="5"/>
                    <a:pt x="132" y="0"/>
                    <a:pt x="138" y="0"/>
                  </a:cubicBezTo>
                  <a:close/>
                  <a:moveTo>
                    <a:pt x="266" y="0"/>
                  </a:moveTo>
                  <a:lnTo>
                    <a:pt x="330" y="0"/>
                  </a:lnTo>
                  <a:cubicBezTo>
                    <a:pt x="336" y="0"/>
                    <a:pt x="341" y="5"/>
                    <a:pt x="341" y="11"/>
                  </a:cubicBezTo>
                  <a:cubicBezTo>
                    <a:pt x="341" y="17"/>
                    <a:pt x="336" y="22"/>
                    <a:pt x="330" y="22"/>
                  </a:cubicBezTo>
                  <a:lnTo>
                    <a:pt x="266" y="22"/>
                  </a:lnTo>
                  <a:cubicBezTo>
                    <a:pt x="260" y="22"/>
                    <a:pt x="256" y="17"/>
                    <a:pt x="256" y="11"/>
                  </a:cubicBezTo>
                  <a:cubicBezTo>
                    <a:pt x="256" y="5"/>
                    <a:pt x="260" y="0"/>
                    <a:pt x="266" y="0"/>
                  </a:cubicBezTo>
                  <a:close/>
                  <a:moveTo>
                    <a:pt x="394" y="0"/>
                  </a:moveTo>
                  <a:lnTo>
                    <a:pt x="458" y="0"/>
                  </a:lnTo>
                  <a:cubicBezTo>
                    <a:pt x="464" y="0"/>
                    <a:pt x="469" y="5"/>
                    <a:pt x="469" y="11"/>
                  </a:cubicBezTo>
                  <a:cubicBezTo>
                    <a:pt x="469" y="17"/>
                    <a:pt x="464" y="22"/>
                    <a:pt x="458" y="22"/>
                  </a:cubicBezTo>
                  <a:lnTo>
                    <a:pt x="394" y="22"/>
                  </a:lnTo>
                  <a:cubicBezTo>
                    <a:pt x="388" y="22"/>
                    <a:pt x="384" y="17"/>
                    <a:pt x="384" y="11"/>
                  </a:cubicBezTo>
                  <a:cubicBezTo>
                    <a:pt x="384" y="5"/>
                    <a:pt x="388" y="0"/>
                    <a:pt x="394" y="0"/>
                  </a:cubicBezTo>
                  <a:close/>
                  <a:moveTo>
                    <a:pt x="522" y="0"/>
                  </a:moveTo>
                  <a:lnTo>
                    <a:pt x="586" y="0"/>
                  </a:lnTo>
                  <a:cubicBezTo>
                    <a:pt x="592" y="0"/>
                    <a:pt x="597" y="5"/>
                    <a:pt x="597" y="11"/>
                  </a:cubicBezTo>
                  <a:cubicBezTo>
                    <a:pt x="597" y="17"/>
                    <a:pt x="592" y="22"/>
                    <a:pt x="586" y="22"/>
                  </a:cubicBezTo>
                  <a:lnTo>
                    <a:pt x="522" y="22"/>
                  </a:lnTo>
                  <a:cubicBezTo>
                    <a:pt x="516" y="22"/>
                    <a:pt x="512" y="17"/>
                    <a:pt x="512" y="11"/>
                  </a:cubicBezTo>
                  <a:cubicBezTo>
                    <a:pt x="512" y="5"/>
                    <a:pt x="516" y="0"/>
                    <a:pt x="522" y="0"/>
                  </a:cubicBezTo>
                  <a:close/>
                  <a:moveTo>
                    <a:pt x="650" y="0"/>
                  </a:moveTo>
                  <a:lnTo>
                    <a:pt x="714" y="0"/>
                  </a:lnTo>
                  <a:cubicBezTo>
                    <a:pt x="720" y="0"/>
                    <a:pt x="725" y="5"/>
                    <a:pt x="725" y="11"/>
                  </a:cubicBezTo>
                  <a:cubicBezTo>
                    <a:pt x="725" y="17"/>
                    <a:pt x="720" y="22"/>
                    <a:pt x="714" y="22"/>
                  </a:cubicBezTo>
                  <a:lnTo>
                    <a:pt x="650" y="22"/>
                  </a:lnTo>
                  <a:cubicBezTo>
                    <a:pt x="644" y="22"/>
                    <a:pt x="640" y="17"/>
                    <a:pt x="640" y="11"/>
                  </a:cubicBezTo>
                  <a:cubicBezTo>
                    <a:pt x="640" y="5"/>
                    <a:pt x="644" y="0"/>
                    <a:pt x="650" y="0"/>
                  </a:cubicBezTo>
                  <a:close/>
                  <a:moveTo>
                    <a:pt x="778" y="0"/>
                  </a:moveTo>
                  <a:lnTo>
                    <a:pt x="842" y="0"/>
                  </a:lnTo>
                  <a:cubicBezTo>
                    <a:pt x="848" y="0"/>
                    <a:pt x="853" y="5"/>
                    <a:pt x="853" y="11"/>
                  </a:cubicBezTo>
                  <a:cubicBezTo>
                    <a:pt x="853" y="17"/>
                    <a:pt x="848" y="22"/>
                    <a:pt x="842" y="22"/>
                  </a:cubicBezTo>
                  <a:lnTo>
                    <a:pt x="778" y="22"/>
                  </a:lnTo>
                  <a:cubicBezTo>
                    <a:pt x="772" y="22"/>
                    <a:pt x="768" y="17"/>
                    <a:pt x="768" y="11"/>
                  </a:cubicBezTo>
                  <a:cubicBezTo>
                    <a:pt x="768" y="5"/>
                    <a:pt x="772" y="0"/>
                    <a:pt x="778" y="0"/>
                  </a:cubicBezTo>
                  <a:close/>
                  <a:moveTo>
                    <a:pt x="906" y="0"/>
                  </a:moveTo>
                  <a:lnTo>
                    <a:pt x="970" y="0"/>
                  </a:lnTo>
                  <a:cubicBezTo>
                    <a:pt x="976" y="0"/>
                    <a:pt x="981" y="5"/>
                    <a:pt x="981" y="11"/>
                  </a:cubicBezTo>
                  <a:cubicBezTo>
                    <a:pt x="981" y="17"/>
                    <a:pt x="976" y="22"/>
                    <a:pt x="970" y="22"/>
                  </a:cubicBezTo>
                  <a:lnTo>
                    <a:pt x="906" y="22"/>
                  </a:lnTo>
                  <a:cubicBezTo>
                    <a:pt x="900" y="22"/>
                    <a:pt x="896" y="17"/>
                    <a:pt x="896" y="11"/>
                  </a:cubicBezTo>
                  <a:cubicBezTo>
                    <a:pt x="896" y="5"/>
                    <a:pt x="900" y="0"/>
                    <a:pt x="906" y="0"/>
                  </a:cubicBezTo>
                  <a:close/>
                  <a:moveTo>
                    <a:pt x="1034" y="0"/>
                  </a:moveTo>
                  <a:lnTo>
                    <a:pt x="1098" y="0"/>
                  </a:lnTo>
                  <a:cubicBezTo>
                    <a:pt x="1104" y="0"/>
                    <a:pt x="1109" y="5"/>
                    <a:pt x="1109" y="11"/>
                  </a:cubicBezTo>
                  <a:cubicBezTo>
                    <a:pt x="1109" y="17"/>
                    <a:pt x="1104" y="22"/>
                    <a:pt x="1098" y="22"/>
                  </a:cubicBezTo>
                  <a:lnTo>
                    <a:pt x="1034" y="22"/>
                  </a:lnTo>
                  <a:cubicBezTo>
                    <a:pt x="1028" y="22"/>
                    <a:pt x="1024" y="17"/>
                    <a:pt x="1024" y="11"/>
                  </a:cubicBezTo>
                  <a:cubicBezTo>
                    <a:pt x="1024" y="5"/>
                    <a:pt x="1028" y="0"/>
                    <a:pt x="1034" y="0"/>
                  </a:cubicBezTo>
                  <a:close/>
                  <a:moveTo>
                    <a:pt x="1162" y="0"/>
                  </a:moveTo>
                  <a:lnTo>
                    <a:pt x="1226" y="0"/>
                  </a:lnTo>
                  <a:cubicBezTo>
                    <a:pt x="1232" y="0"/>
                    <a:pt x="1237" y="5"/>
                    <a:pt x="1237" y="11"/>
                  </a:cubicBezTo>
                  <a:cubicBezTo>
                    <a:pt x="1237" y="17"/>
                    <a:pt x="1232" y="22"/>
                    <a:pt x="1226" y="22"/>
                  </a:cubicBezTo>
                  <a:lnTo>
                    <a:pt x="1162" y="22"/>
                  </a:lnTo>
                  <a:cubicBezTo>
                    <a:pt x="1156" y="22"/>
                    <a:pt x="1152" y="17"/>
                    <a:pt x="1152" y="11"/>
                  </a:cubicBezTo>
                  <a:cubicBezTo>
                    <a:pt x="1152" y="5"/>
                    <a:pt x="1156" y="0"/>
                    <a:pt x="1162" y="0"/>
                  </a:cubicBezTo>
                  <a:close/>
                  <a:moveTo>
                    <a:pt x="1290" y="0"/>
                  </a:moveTo>
                  <a:lnTo>
                    <a:pt x="1354" y="0"/>
                  </a:lnTo>
                  <a:cubicBezTo>
                    <a:pt x="1360" y="0"/>
                    <a:pt x="1365" y="5"/>
                    <a:pt x="1365" y="11"/>
                  </a:cubicBezTo>
                  <a:cubicBezTo>
                    <a:pt x="1365" y="17"/>
                    <a:pt x="1360" y="22"/>
                    <a:pt x="1354" y="22"/>
                  </a:cubicBezTo>
                  <a:lnTo>
                    <a:pt x="1290" y="22"/>
                  </a:lnTo>
                  <a:cubicBezTo>
                    <a:pt x="1284" y="22"/>
                    <a:pt x="1280" y="17"/>
                    <a:pt x="1280" y="11"/>
                  </a:cubicBezTo>
                  <a:cubicBezTo>
                    <a:pt x="1280" y="5"/>
                    <a:pt x="1284" y="0"/>
                    <a:pt x="1290" y="0"/>
                  </a:cubicBezTo>
                  <a:close/>
                  <a:moveTo>
                    <a:pt x="1418" y="0"/>
                  </a:moveTo>
                  <a:lnTo>
                    <a:pt x="1482" y="0"/>
                  </a:lnTo>
                  <a:cubicBezTo>
                    <a:pt x="1488" y="0"/>
                    <a:pt x="1493" y="5"/>
                    <a:pt x="1493" y="11"/>
                  </a:cubicBezTo>
                  <a:cubicBezTo>
                    <a:pt x="1493" y="17"/>
                    <a:pt x="1488" y="22"/>
                    <a:pt x="1482" y="22"/>
                  </a:cubicBezTo>
                  <a:lnTo>
                    <a:pt x="1418" y="22"/>
                  </a:lnTo>
                  <a:cubicBezTo>
                    <a:pt x="1412" y="22"/>
                    <a:pt x="1408" y="17"/>
                    <a:pt x="1408" y="11"/>
                  </a:cubicBezTo>
                  <a:cubicBezTo>
                    <a:pt x="1408" y="5"/>
                    <a:pt x="1412" y="0"/>
                    <a:pt x="1418" y="0"/>
                  </a:cubicBezTo>
                  <a:close/>
                  <a:moveTo>
                    <a:pt x="1546" y="0"/>
                  </a:moveTo>
                  <a:lnTo>
                    <a:pt x="1610" y="0"/>
                  </a:lnTo>
                  <a:cubicBezTo>
                    <a:pt x="1616" y="0"/>
                    <a:pt x="1621" y="5"/>
                    <a:pt x="1621" y="11"/>
                  </a:cubicBezTo>
                  <a:cubicBezTo>
                    <a:pt x="1621" y="17"/>
                    <a:pt x="1616" y="22"/>
                    <a:pt x="1610" y="22"/>
                  </a:cubicBezTo>
                  <a:lnTo>
                    <a:pt x="1546" y="22"/>
                  </a:lnTo>
                  <a:cubicBezTo>
                    <a:pt x="1540" y="22"/>
                    <a:pt x="1536" y="17"/>
                    <a:pt x="1536" y="11"/>
                  </a:cubicBezTo>
                  <a:cubicBezTo>
                    <a:pt x="1536" y="5"/>
                    <a:pt x="1540" y="0"/>
                    <a:pt x="1546" y="0"/>
                  </a:cubicBezTo>
                  <a:close/>
                  <a:moveTo>
                    <a:pt x="1674" y="0"/>
                  </a:moveTo>
                  <a:lnTo>
                    <a:pt x="1738" y="0"/>
                  </a:lnTo>
                  <a:cubicBezTo>
                    <a:pt x="1744" y="0"/>
                    <a:pt x="1749" y="5"/>
                    <a:pt x="1749" y="11"/>
                  </a:cubicBezTo>
                  <a:cubicBezTo>
                    <a:pt x="1749" y="17"/>
                    <a:pt x="1744" y="22"/>
                    <a:pt x="1738" y="22"/>
                  </a:cubicBezTo>
                  <a:lnTo>
                    <a:pt x="1674" y="22"/>
                  </a:lnTo>
                  <a:cubicBezTo>
                    <a:pt x="1668" y="22"/>
                    <a:pt x="1664" y="17"/>
                    <a:pt x="1664" y="11"/>
                  </a:cubicBezTo>
                  <a:cubicBezTo>
                    <a:pt x="1664" y="5"/>
                    <a:pt x="1668" y="0"/>
                    <a:pt x="1674" y="0"/>
                  </a:cubicBezTo>
                  <a:close/>
                  <a:moveTo>
                    <a:pt x="1802" y="0"/>
                  </a:moveTo>
                  <a:lnTo>
                    <a:pt x="1866" y="0"/>
                  </a:lnTo>
                  <a:cubicBezTo>
                    <a:pt x="1872" y="0"/>
                    <a:pt x="1877" y="5"/>
                    <a:pt x="1877" y="11"/>
                  </a:cubicBezTo>
                  <a:cubicBezTo>
                    <a:pt x="1877" y="17"/>
                    <a:pt x="1872" y="22"/>
                    <a:pt x="1866" y="22"/>
                  </a:cubicBezTo>
                  <a:lnTo>
                    <a:pt x="1802" y="22"/>
                  </a:lnTo>
                  <a:cubicBezTo>
                    <a:pt x="1796" y="22"/>
                    <a:pt x="1792" y="17"/>
                    <a:pt x="1792" y="11"/>
                  </a:cubicBezTo>
                  <a:cubicBezTo>
                    <a:pt x="1792" y="5"/>
                    <a:pt x="1796" y="0"/>
                    <a:pt x="1802" y="0"/>
                  </a:cubicBezTo>
                  <a:close/>
                  <a:moveTo>
                    <a:pt x="1930" y="0"/>
                  </a:moveTo>
                  <a:lnTo>
                    <a:pt x="1994" y="0"/>
                  </a:lnTo>
                  <a:cubicBezTo>
                    <a:pt x="2000" y="0"/>
                    <a:pt x="2005" y="5"/>
                    <a:pt x="2005" y="11"/>
                  </a:cubicBezTo>
                  <a:cubicBezTo>
                    <a:pt x="2005" y="17"/>
                    <a:pt x="2000" y="22"/>
                    <a:pt x="1994" y="22"/>
                  </a:cubicBezTo>
                  <a:lnTo>
                    <a:pt x="1930" y="22"/>
                  </a:lnTo>
                  <a:cubicBezTo>
                    <a:pt x="1924" y="22"/>
                    <a:pt x="1920" y="17"/>
                    <a:pt x="1920" y="11"/>
                  </a:cubicBezTo>
                  <a:cubicBezTo>
                    <a:pt x="1920" y="5"/>
                    <a:pt x="1924" y="0"/>
                    <a:pt x="1930" y="0"/>
                  </a:cubicBezTo>
                  <a:close/>
                  <a:moveTo>
                    <a:pt x="2058" y="0"/>
                  </a:moveTo>
                  <a:lnTo>
                    <a:pt x="2122" y="0"/>
                  </a:lnTo>
                  <a:cubicBezTo>
                    <a:pt x="2128" y="0"/>
                    <a:pt x="2133" y="5"/>
                    <a:pt x="2133" y="11"/>
                  </a:cubicBezTo>
                  <a:cubicBezTo>
                    <a:pt x="2133" y="17"/>
                    <a:pt x="2128" y="22"/>
                    <a:pt x="2122" y="22"/>
                  </a:cubicBezTo>
                  <a:lnTo>
                    <a:pt x="2058" y="22"/>
                  </a:lnTo>
                  <a:cubicBezTo>
                    <a:pt x="2052" y="22"/>
                    <a:pt x="2048" y="17"/>
                    <a:pt x="2048" y="11"/>
                  </a:cubicBezTo>
                  <a:cubicBezTo>
                    <a:pt x="2048" y="5"/>
                    <a:pt x="2052" y="0"/>
                    <a:pt x="2058" y="0"/>
                  </a:cubicBezTo>
                  <a:close/>
                  <a:moveTo>
                    <a:pt x="2186" y="0"/>
                  </a:moveTo>
                  <a:lnTo>
                    <a:pt x="2250" y="0"/>
                  </a:lnTo>
                  <a:cubicBezTo>
                    <a:pt x="2256" y="0"/>
                    <a:pt x="2261" y="5"/>
                    <a:pt x="2261" y="11"/>
                  </a:cubicBezTo>
                  <a:cubicBezTo>
                    <a:pt x="2261" y="17"/>
                    <a:pt x="2256" y="22"/>
                    <a:pt x="2250" y="22"/>
                  </a:cubicBezTo>
                  <a:lnTo>
                    <a:pt x="2186" y="22"/>
                  </a:lnTo>
                  <a:cubicBezTo>
                    <a:pt x="2180" y="22"/>
                    <a:pt x="2176" y="17"/>
                    <a:pt x="2176" y="11"/>
                  </a:cubicBezTo>
                  <a:cubicBezTo>
                    <a:pt x="2176" y="5"/>
                    <a:pt x="2180" y="0"/>
                    <a:pt x="2186" y="0"/>
                  </a:cubicBezTo>
                  <a:close/>
                  <a:moveTo>
                    <a:pt x="2314" y="0"/>
                  </a:moveTo>
                  <a:lnTo>
                    <a:pt x="2378" y="0"/>
                  </a:lnTo>
                  <a:cubicBezTo>
                    <a:pt x="2384" y="0"/>
                    <a:pt x="2389" y="5"/>
                    <a:pt x="2389" y="11"/>
                  </a:cubicBezTo>
                  <a:cubicBezTo>
                    <a:pt x="2389" y="17"/>
                    <a:pt x="2384" y="22"/>
                    <a:pt x="2378" y="22"/>
                  </a:cubicBezTo>
                  <a:lnTo>
                    <a:pt x="2314" y="22"/>
                  </a:lnTo>
                  <a:cubicBezTo>
                    <a:pt x="2308" y="22"/>
                    <a:pt x="2304" y="17"/>
                    <a:pt x="2304" y="11"/>
                  </a:cubicBezTo>
                  <a:cubicBezTo>
                    <a:pt x="2304" y="5"/>
                    <a:pt x="2308" y="0"/>
                    <a:pt x="2314" y="0"/>
                  </a:cubicBezTo>
                  <a:close/>
                  <a:moveTo>
                    <a:pt x="2442" y="0"/>
                  </a:moveTo>
                  <a:lnTo>
                    <a:pt x="2506" y="0"/>
                  </a:lnTo>
                  <a:cubicBezTo>
                    <a:pt x="2512" y="0"/>
                    <a:pt x="2517" y="5"/>
                    <a:pt x="2517" y="11"/>
                  </a:cubicBezTo>
                  <a:cubicBezTo>
                    <a:pt x="2517" y="17"/>
                    <a:pt x="2512" y="22"/>
                    <a:pt x="2506" y="22"/>
                  </a:cubicBezTo>
                  <a:lnTo>
                    <a:pt x="2442" y="22"/>
                  </a:lnTo>
                  <a:cubicBezTo>
                    <a:pt x="2436" y="22"/>
                    <a:pt x="2432" y="17"/>
                    <a:pt x="2432" y="11"/>
                  </a:cubicBezTo>
                  <a:cubicBezTo>
                    <a:pt x="2432" y="5"/>
                    <a:pt x="2436" y="0"/>
                    <a:pt x="2442" y="0"/>
                  </a:cubicBezTo>
                  <a:close/>
                  <a:moveTo>
                    <a:pt x="2570" y="0"/>
                  </a:moveTo>
                  <a:lnTo>
                    <a:pt x="2634" y="0"/>
                  </a:lnTo>
                  <a:cubicBezTo>
                    <a:pt x="2640" y="0"/>
                    <a:pt x="2645" y="5"/>
                    <a:pt x="2645" y="11"/>
                  </a:cubicBezTo>
                  <a:cubicBezTo>
                    <a:pt x="2645" y="17"/>
                    <a:pt x="2640" y="22"/>
                    <a:pt x="2634" y="22"/>
                  </a:cubicBezTo>
                  <a:lnTo>
                    <a:pt x="2570" y="22"/>
                  </a:lnTo>
                  <a:cubicBezTo>
                    <a:pt x="2564" y="22"/>
                    <a:pt x="2560" y="17"/>
                    <a:pt x="2560" y="11"/>
                  </a:cubicBezTo>
                  <a:cubicBezTo>
                    <a:pt x="2560" y="5"/>
                    <a:pt x="2564" y="0"/>
                    <a:pt x="2570" y="0"/>
                  </a:cubicBezTo>
                  <a:close/>
                  <a:moveTo>
                    <a:pt x="2698" y="0"/>
                  </a:moveTo>
                  <a:lnTo>
                    <a:pt x="2762" y="0"/>
                  </a:lnTo>
                  <a:cubicBezTo>
                    <a:pt x="2768" y="0"/>
                    <a:pt x="2773" y="5"/>
                    <a:pt x="2773" y="11"/>
                  </a:cubicBezTo>
                  <a:cubicBezTo>
                    <a:pt x="2773" y="17"/>
                    <a:pt x="2768" y="22"/>
                    <a:pt x="2762" y="22"/>
                  </a:cubicBezTo>
                  <a:lnTo>
                    <a:pt x="2698" y="22"/>
                  </a:lnTo>
                  <a:cubicBezTo>
                    <a:pt x="2692" y="22"/>
                    <a:pt x="2688" y="17"/>
                    <a:pt x="2688" y="11"/>
                  </a:cubicBezTo>
                  <a:cubicBezTo>
                    <a:pt x="2688" y="5"/>
                    <a:pt x="2692" y="0"/>
                    <a:pt x="2698" y="0"/>
                  </a:cubicBezTo>
                  <a:close/>
                  <a:moveTo>
                    <a:pt x="2826" y="0"/>
                  </a:moveTo>
                  <a:lnTo>
                    <a:pt x="2890" y="0"/>
                  </a:lnTo>
                  <a:cubicBezTo>
                    <a:pt x="2896" y="0"/>
                    <a:pt x="2901" y="5"/>
                    <a:pt x="2901" y="11"/>
                  </a:cubicBezTo>
                  <a:cubicBezTo>
                    <a:pt x="2901" y="17"/>
                    <a:pt x="2896" y="22"/>
                    <a:pt x="2890" y="22"/>
                  </a:cubicBezTo>
                  <a:lnTo>
                    <a:pt x="2826" y="22"/>
                  </a:lnTo>
                  <a:cubicBezTo>
                    <a:pt x="2820" y="22"/>
                    <a:pt x="2816" y="17"/>
                    <a:pt x="2816" y="11"/>
                  </a:cubicBezTo>
                  <a:cubicBezTo>
                    <a:pt x="2816" y="5"/>
                    <a:pt x="2820" y="0"/>
                    <a:pt x="2826" y="0"/>
                  </a:cubicBezTo>
                  <a:close/>
                  <a:moveTo>
                    <a:pt x="2954" y="0"/>
                  </a:moveTo>
                  <a:lnTo>
                    <a:pt x="3018" y="0"/>
                  </a:lnTo>
                  <a:cubicBezTo>
                    <a:pt x="3024" y="0"/>
                    <a:pt x="3029" y="5"/>
                    <a:pt x="3029" y="11"/>
                  </a:cubicBezTo>
                  <a:cubicBezTo>
                    <a:pt x="3029" y="17"/>
                    <a:pt x="3024" y="22"/>
                    <a:pt x="3018" y="22"/>
                  </a:cubicBezTo>
                  <a:lnTo>
                    <a:pt x="2954" y="22"/>
                  </a:lnTo>
                  <a:cubicBezTo>
                    <a:pt x="2948" y="22"/>
                    <a:pt x="2944" y="17"/>
                    <a:pt x="2944" y="11"/>
                  </a:cubicBezTo>
                  <a:cubicBezTo>
                    <a:pt x="2944" y="5"/>
                    <a:pt x="2948" y="0"/>
                    <a:pt x="2954" y="0"/>
                  </a:cubicBezTo>
                  <a:close/>
                  <a:moveTo>
                    <a:pt x="3082" y="0"/>
                  </a:moveTo>
                  <a:lnTo>
                    <a:pt x="3146" y="0"/>
                  </a:lnTo>
                  <a:cubicBezTo>
                    <a:pt x="3152" y="0"/>
                    <a:pt x="3157" y="5"/>
                    <a:pt x="3157" y="11"/>
                  </a:cubicBezTo>
                  <a:cubicBezTo>
                    <a:pt x="3157" y="17"/>
                    <a:pt x="3152" y="22"/>
                    <a:pt x="3146" y="22"/>
                  </a:cubicBezTo>
                  <a:lnTo>
                    <a:pt x="3082" y="22"/>
                  </a:lnTo>
                  <a:cubicBezTo>
                    <a:pt x="3076" y="22"/>
                    <a:pt x="3072" y="17"/>
                    <a:pt x="3072" y="11"/>
                  </a:cubicBezTo>
                  <a:cubicBezTo>
                    <a:pt x="3072" y="5"/>
                    <a:pt x="3076" y="0"/>
                    <a:pt x="3082" y="0"/>
                  </a:cubicBezTo>
                  <a:close/>
                  <a:moveTo>
                    <a:pt x="3210" y="0"/>
                  </a:moveTo>
                  <a:lnTo>
                    <a:pt x="3274" y="0"/>
                  </a:lnTo>
                  <a:cubicBezTo>
                    <a:pt x="3280" y="0"/>
                    <a:pt x="3285" y="5"/>
                    <a:pt x="3285" y="11"/>
                  </a:cubicBezTo>
                  <a:cubicBezTo>
                    <a:pt x="3285" y="17"/>
                    <a:pt x="3280" y="22"/>
                    <a:pt x="3274" y="22"/>
                  </a:cubicBezTo>
                  <a:lnTo>
                    <a:pt x="3210" y="22"/>
                  </a:lnTo>
                  <a:cubicBezTo>
                    <a:pt x="3204" y="22"/>
                    <a:pt x="3200" y="17"/>
                    <a:pt x="3200" y="11"/>
                  </a:cubicBezTo>
                  <a:cubicBezTo>
                    <a:pt x="3200" y="5"/>
                    <a:pt x="3204" y="0"/>
                    <a:pt x="3210" y="0"/>
                  </a:cubicBezTo>
                  <a:close/>
                  <a:moveTo>
                    <a:pt x="3338" y="0"/>
                  </a:moveTo>
                  <a:lnTo>
                    <a:pt x="3402" y="0"/>
                  </a:lnTo>
                  <a:cubicBezTo>
                    <a:pt x="3408" y="0"/>
                    <a:pt x="3413" y="5"/>
                    <a:pt x="3413" y="11"/>
                  </a:cubicBezTo>
                  <a:cubicBezTo>
                    <a:pt x="3413" y="17"/>
                    <a:pt x="3408" y="22"/>
                    <a:pt x="3402" y="22"/>
                  </a:cubicBezTo>
                  <a:lnTo>
                    <a:pt x="3338" y="22"/>
                  </a:lnTo>
                  <a:cubicBezTo>
                    <a:pt x="3332" y="22"/>
                    <a:pt x="3328" y="17"/>
                    <a:pt x="3328" y="11"/>
                  </a:cubicBezTo>
                  <a:cubicBezTo>
                    <a:pt x="3328" y="5"/>
                    <a:pt x="3332" y="0"/>
                    <a:pt x="3338" y="0"/>
                  </a:cubicBezTo>
                  <a:close/>
                  <a:moveTo>
                    <a:pt x="3466" y="0"/>
                  </a:moveTo>
                  <a:lnTo>
                    <a:pt x="3530" y="0"/>
                  </a:lnTo>
                  <a:cubicBezTo>
                    <a:pt x="3536" y="0"/>
                    <a:pt x="3541" y="5"/>
                    <a:pt x="3541" y="11"/>
                  </a:cubicBezTo>
                  <a:cubicBezTo>
                    <a:pt x="3541" y="17"/>
                    <a:pt x="3536" y="22"/>
                    <a:pt x="3530" y="22"/>
                  </a:cubicBezTo>
                  <a:lnTo>
                    <a:pt x="3466" y="22"/>
                  </a:lnTo>
                  <a:cubicBezTo>
                    <a:pt x="3460" y="22"/>
                    <a:pt x="3456" y="17"/>
                    <a:pt x="3456" y="11"/>
                  </a:cubicBezTo>
                  <a:cubicBezTo>
                    <a:pt x="3456" y="5"/>
                    <a:pt x="3460" y="0"/>
                    <a:pt x="3466" y="0"/>
                  </a:cubicBezTo>
                  <a:close/>
                  <a:moveTo>
                    <a:pt x="3594" y="0"/>
                  </a:moveTo>
                  <a:lnTo>
                    <a:pt x="3658" y="0"/>
                  </a:lnTo>
                  <a:cubicBezTo>
                    <a:pt x="3664" y="0"/>
                    <a:pt x="3669" y="5"/>
                    <a:pt x="3669" y="11"/>
                  </a:cubicBezTo>
                  <a:cubicBezTo>
                    <a:pt x="3669" y="17"/>
                    <a:pt x="3664" y="22"/>
                    <a:pt x="3658" y="22"/>
                  </a:cubicBezTo>
                  <a:lnTo>
                    <a:pt x="3594" y="22"/>
                  </a:lnTo>
                  <a:cubicBezTo>
                    <a:pt x="3588" y="22"/>
                    <a:pt x="3584" y="17"/>
                    <a:pt x="3584" y="11"/>
                  </a:cubicBezTo>
                  <a:cubicBezTo>
                    <a:pt x="3584" y="5"/>
                    <a:pt x="3588" y="0"/>
                    <a:pt x="3594" y="0"/>
                  </a:cubicBezTo>
                  <a:close/>
                  <a:moveTo>
                    <a:pt x="3722" y="0"/>
                  </a:moveTo>
                  <a:lnTo>
                    <a:pt x="3786" y="0"/>
                  </a:lnTo>
                  <a:cubicBezTo>
                    <a:pt x="3792" y="0"/>
                    <a:pt x="3797" y="5"/>
                    <a:pt x="3797" y="11"/>
                  </a:cubicBezTo>
                  <a:cubicBezTo>
                    <a:pt x="3797" y="17"/>
                    <a:pt x="3792" y="22"/>
                    <a:pt x="3786" y="22"/>
                  </a:cubicBezTo>
                  <a:lnTo>
                    <a:pt x="3722" y="22"/>
                  </a:lnTo>
                  <a:cubicBezTo>
                    <a:pt x="3716" y="22"/>
                    <a:pt x="3712" y="17"/>
                    <a:pt x="3712" y="11"/>
                  </a:cubicBezTo>
                  <a:cubicBezTo>
                    <a:pt x="3712" y="5"/>
                    <a:pt x="3716" y="0"/>
                    <a:pt x="3722" y="0"/>
                  </a:cubicBezTo>
                  <a:close/>
                  <a:moveTo>
                    <a:pt x="3850" y="0"/>
                  </a:moveTo>
                  <a:lnTo>
                    <a:pt x="3914" y="0"/>
                  </a:lnTo>
                  <a:cubicBezTo>
                    <a:pt x="3920" y="0"/>
                    <a:pt x="3925" y="5"/>
                    <a:pt x="3925" y="11"/>
                  </a:cubicBezTo>
                  <a:cubicBezTo>
                    <a:pt x="3925" y="17"/>
                    <a:pt x="3920" y="22"/>
                    <a:pt x="3914" y="22"/>
                  </a:cubicBezTo>
                  <a:lnTo>
                    <a:pt x="3850" y="22"/>
                  </a:lnTo>
                  <a:cubicBezTo>
                    <a:pt x="3844" y="22"/>
                    <a:pt x="3840" y="17"/>
                    <a:pt x="3840" y="11"/>
                  </a:cubicBezTo>
                  <a:cubicBezTo>
                    <a:pt x="3840" y="5"/>
                    <a:pt x="3844" y="0"/>
                    <a:pt x="3850" y="0"/>
                  </a:cubicBezTo>
                  <a:close/>
                  <a:moveTo>
                    <a:pt x="3978" y="0"/>
                  </a:moveTo>
                  <a:lnTo>
                    <a:pt x="4042" y="0"/>
                  </a:lnTo>
                  <a:cubicBezTo>
                    <a:pt x="4048" y="0"/>
                    <a:pt x="4053" y="5"/>
                    <a:pt x="4053" y="11"/>
                  </a:cubicBezTo>
                  <a:cubicBezTo>
                    <a:pt x="4053" y="17"/>
                    <a:pt x="4048" y="22"/>
                    <a:pt x="4042" y="22"/>
                  </a:cubicBezTo>
                  <a:lnTo>
                    <a:pt x="3978" y="22"/>
                  </a:lnTo>
                  <a:cubicBezTo>
                    <a:pt x="3972" y="22"/>
                    <a:pt x="3968" y="17"/>
                    <a:pt x="3968" y="11"/>
                  </a:cubicBezTo>
                  <a:cubicBezTo>
                    <a:pt x="3968" y="5"/>
                    <a:pt x="3972" y="0"/>
                    <a:pt x="3978" y="0"/>
                  </a:cubicBezTo>
                  <a:close/>
                  <a:moveTo>
                    <a:pt x="4106" y="0"/>
                  </a:moveTo>
                  <a:lnTo>
                    <a:pt x="4170" y="0"/>
                  </a:lnTo>
                  <a:cubicBezTo>
                    <a:pt x="4176" y="0"/>
                    <a:pt x="4181" y="5"/>
                    <a:pt x="4181" y="11"/>
                  </a:cubicBezTo>
                  <a:cubicBezTo>
                    <a:pt x="4181" y="17"/>
                    <a:pt x="4176" y="22"/>
                    <a:pt x="4170" y="22"/>
                  </a:cubicBezTo>
                  <a:lnTo>
                    <a:pt x="4106" y="22"/>
                  </a:lnTo>
                  <a:cubicBezTo>
                    <a:pt x="4100" y="22"/>
                    <a:pt x="4096" y="17"/>
                    <a:pt x="4096" y="11"/>
                  </a:cubicBezTo>
                  <a:cubicBezTo>
                    <a:pt x="4096" y="5"/>
                    <a:pt x="4100" y="0"/>
                    <a:pt x="4106" y="0"/>
                  </a:cubicBezTo>
                  <a:close/>
                  <a:moveTo>
                    <a:pt x="4234" y="0"/>
                  </a:moveTo>
                  <a:lnTo>
                    <a:pt x="4298" y="0"/>
                  </a:lnTo>
                  <a:cubicBezTo>
                    <a:pt x="4304" y="0"/>
                    <a:pt x="4309" y="5"/>
                    <a:pt x="4309" y="11"/>
                  </a:cubicBezTo>
                  <a:cubicBezTo>
                    <a:pt x="4309" y="17"/>
                    <a:pt x="4304" y="22"/>
                    <a:pt x="4298" y="22"/>
                  </a:cubicBezTo>
                  <a:lnTo>
                    <a:pt x="4234" y="22"/>
                  </a:lnTo>
                  <a:cubicBezTo>
                    <a:pt x="4228" y="22"/>
                    <a:pt x="4224" y="17"/>
                    <a:pt x="4224" y="11"/>
                  </a:cubicBezTo>
                  <a:cubicBezTo>
                    <a:pt x="4224" y="5"/>
                    <a:pt x="4228" y="0"/>
                    <a:pt x="4234" y="0"/>
                  </a:cubicBezTo>
                  <a:close/>
                  <a:moveTo>
                    <a:pt x="4362" y="0"/>
                  </a:moveTo>
                  <a:lnTo>
                    <a:pt x="4426" y="0"/>
                  </a:lnTo>
                  <a:cubicBezTo>
                    <a:pt x="4432" y="0"/>
                    <a:pt x="4437" y="5"/>
                    <a:pt x="4437" y="11"/>
                  </a:cubicBezTo>
                  <a:cubicBezTo>
                    <a:pt x="4437" y="17"/>
                    <a:pt x="4432" y="22"/>
                    <a:pt x="4426" y="22"/>
                  </a:cubicBezTo>
                  <a:lnTo>
                    <a:pt x="4362" y="22"/>
                  </a:lnTo>
                  <a:cubicBezTo>
                    <a:pt x="4356" y="22"/>
                    <a:pt x="4352" y="17"/>
                    <a:pt x="4352" y="11"/>
                  </a:cubicBezTo>
                  <a:cubicBezTo>
                    <a:pt x="4352" y="5"/>
                    <a:pt x="4356" y="0"/>
                    <a:pt x="4362" y="0"/>
                  </a:cubicBezTo>
                  <a:close/>
                  <a:moveTo>
                    <a:pt x="4490" y="0"/>
                  </a:moveTo>
                  <a:lnTo>
                    <a:pt x="4554" y="0"/>
                  </a:lnTo>
                  <a:cubicBezTo>
                    <a:pt x="4560" y="0"/>
                    <a:pt x="4565" y="5"/>
                    <a:pt x="4565" y="11"/>
                  </a:cubicBezTo>
                  <a:cubicBezTo>
                    <a:pt x="4565" y="17"/>
                    <a:pt x="4560" y="22"/>
                    <a:pt x="4554" y="22"/>
                  </a:cubicBezTo>
                  <a:lnTo>
                    <a:pt x="4490" y="22"/>
                  </a:lnTo>
                  <a:cubicBezTo>
                    <a:pt x="4484" y="22"/>
                    <a:pt x="4480" y="17"/>
                    <a:pt x="4480" y="11"/>
                  </a:cubicBezTo>
                  <a:cubicBezTo>
                    <a:pt x="4480" y="5"/>
                    <a:pt x="4484" y="0"/>
                    <a:pt x="4490" y="0"/>
                  </a:cubicBezTo>
                  <a:close/>
                  <a:moveTo>
                    <a:pt x="4618" y="0"/>
                  </a:moveTo>
                  <a:lnTo>
                    <a:pt x="4682" y="0"/>
                  </a:lnTo>
                  <a:cubicBezTo>
                    <a:pt x="4688" y="0"/>
                    <a:pt x="4693" y="5"/>
                    <a:pt x="4693" y="11"/>
                  </a:cubicBezTo>
                  <a:cubicBezTo>
                    <a:pt x="4693" y="17"/>
                    <a:pt x="4688" y="22"/>
                    <a:pt x="4682" y="22"/>
                  </a:cubicBezTo>
                  <a:lnTo>
                    <a:pt x="4618" y="22"/>
                  </a:lnTo>
                  <a:cubicBezTo>
                    <a:pt x="4612" y="22"/>
                    <a:pt x="4608" y="17"/>
                    <a:pt x="4608" y="11"/>
                  </a:cubicBezTo>
                  <a:cubicBezTo>
                    <a:pt x="4608" y="5"/>
                    <a:pt x="4612" y="0"/>
                    <a:pt x="4618" y="0"/>
                  </a:cubicBezTo>
                  <a:close/>
                  <a:moveTo>
                    <a:pt x="4746" y="0"/>
                  </a:moveTo>
                  <a:lnTo>
                    <a:pt x="4810" y="0"/>
                  </a:lnTo>
                  <a:cubicBezTo>
                    <a:pt x="4816" y="0"/>
                    <a:pt x="4821" y="5"/>
                    <a:pt x="4821" y="11"/>
                  </a:cubicBezTo>
                  <a:cubicBezTo>
                    <a:pt x="4821" y="17"/>
                    <a:pt x="4816" y="22"/>
                    <a:pt x="4810" y="22"/>
                  </a:cubicBezTo>
                  <a:lnTo>
                    <a:pt x="4746" y="22"/>
                  </a:lnTo>
                  <a:cubicBezTo>
                    <a:pt x="4740" y="22"/>
                    <a:pt x="4736" y="17"/>
                    <a:pt x="4736" y="11"/>
                  </a:cubicBezTo>
                  <a:cubicBezTo>
                    <a:pt x="4736" y="5"/>
                    <a:pt x="4740" y="0"/>
                    <a:pt x="4746" y="0"/>
                  </a:cubicBezTo>
                  <a:close/>
                  <a:moveTo>
                    <a:pt x="4874" y="0"/>
                  </a:moveTo>
                  <a:lnTo>
                    <a:pt x="4938" y="0"/>
                  </a:lnTo>
                  <a:cubicBezTo>
                    <a:pt x="4944" y="0"/>
                    <a:pt x="4949" y="5"/>
                    <a:pt x="4949" y="11"/>
                  </a:cubicBezTo>
                  <a:cubicBezTo>
                    <a:pt x="4949" y="17"/>
                    <a:pt x="4944" y="22"/>
                    <a:pt x="4938" y="22"/>
                  </a:cubicBezTo>
                  <a:lnTo>
                    <a:pt x="4874" y="22"/>
                  </a:lnTo>
                  <a:cubicBezTo>
                    <a:pt x="4868" y="22"/>
                    <a:pt x="4864" y="17"/>
                    <a:pt x="4864" y="11"/>
                  </a:cubicBezTo>
                  <a:cubicBezTo>
                    <a:pt x="4864" y="5"/>
                    <a:pt x="4868" y="0"/>
                    <a:pt x="4874" y="0"/>
                  </a:cubicBezTo>
                  <a:close/>
                  <a:moveTo>
                    <a:pt x="5002" y="0"/>
                  </a:moveTo>
                  <a:lnTo>
                    <a:pt x="5066" y="0"/>
                  </a:lnTo>
                  <a:cubicBezTo>
                    <a:pt x="5072" y="0"/>
                    <a:pt x="5077" y="5"/>
                    <a:pt x="5077" y="11"/>
                  </a:cubicBezTo>
                  <a:cubicBezTo>
                    <a:pt x="5077" y="17"/>
                    <a:pt x="5072" y="22"/>
                    <a:pt x="5066" y="22"/>
                  </a:cubicBezTo>
                  <a:lnTo>
                    <a:pt x="5002" y="22"/>
                  </a:lnTo>
                  <a:cubicBezTo>
                    <a:pt x="4996" y="22"/>
                    <a:pt x="4992" y="17"/>
                    <a:pt x="4992" y="11"/>
                  </a:cubicBezTo>
                  <a:cubicBezTo>
                    <a:pt x="4992" y="5"/>
                    <a:pt x="4996" y="0"/>
                    <a:pt x="5002" y="0"/>
                  </a:cubicBezTo>
                  <a:close/>
                  <a:moveTo>
                    <a:pt x="5130" y="0"/>
                  </a:moveTo>
                  <a:lnTo>
                    <a:pt x="5194" y="0"/>
                  </a:lnTo>
                  <a:cubicBezTo>
                    <a:pt x="5200" y="0"/>
                    <a:pt x="5205" y="5"/>
                    <a:pt x="5205" y="11"/>
                  </a:cubicBezTo>
                  <a:cubicBezTo>
                    <a:pt x="5205" y="17"/>
                    <a:pt x="5200" y="22"/>
                    <a:pt x="5194" y="22"/>
                  </a:cubicBezTo>
                  <a:lnTo>
                    <a:pt x="5130" y="22"/>
                  </a:lnTo>
                  <a:cubicBezTo>
                    <a:pt x="5124" y="22"/>
                    <a:pt x="5120" y="17"/>
                    <a:pt x="5120" y="11"/>
                  </a:cubicBezTo>
                  <a:cubicBezTo>
                    <a:pt x="5120" y="5"/>
                    <a:pt x="5124" y="0"/>
                    <a:pt x="5130" y="0"/>
                  </a:cubicBezTo>
                  <a:close/>
                  <a:moveTo>
                    <a:pt x="5258" y="0"/>
                  </a:moveTo>
                  <a:lnTo>
                    <a:pt x="5322" y="0"/>
                  </a:lnTo>
                  <a:cubicBezTo>
                    <a:pt x="5328" y="0"/>
                    <a:pt x="5333" y="5"/>
                    <a:pt x="5333" y="11"/>
                  </a:cubicBezTo>
                  <a:cubicBezTo>
                    <a:pt x="5333" y="17"/>
                    <a:pt x="5328" y="22"/>
                    <a:pt x="5322" y="22"/>
                  </a:cubicBezTo>
                  <a:lnTo>
                    <a:pt x="5258" y="22"/>
                  </a:lnTo>
                  <a:cubicBezTo>
                    <a:pt x="5252" y="22"/>
                    <a:pt x="5248" y="17"/>
                    <a:pt x="5248" y="11"/>
                  </a:cubicBezTo>
                  <a:cubicBezTo>
                    <a:pt x="5248" y="5"/>
                    <a:pt x="5252" y="0"/>
                    <a:pt x="5258" y="0"/>
                  </a:cubicBezTo>
                  <a:close/>
                  <a:moveTo>
                    <a:pt x="5386" y="0"/>
                  </a:moveTo>
                  <a:lnTo>
                    <a:pt x="5450" y="0"/>
                  </a:lnTo>
                  <a:cubicBezTo>
                    <a:pt x="5456" y="0"/>
                    <a:pt x="5461" y="5"/>
                    <a:pt x="5461" y="11"/>
                  </a:cubicBezTo>
                  <a:cubicBezTo>
                    <a:pt x="5461" y="17"/>
                    <a:pt x="5456" y="22"/>
                    <a:pt x="5450" y="22"/>
                  </a:cubicBezTo>
                  <a:lnTo>
                    <a:pt x="5386" y="22"/>
                  </a:lnTo>
                  <a:cubicBezTo>
                    <a:pt x="5380" y="22"/>
                    <a:pt x="5376" y="17"/>
                    <a:pt x="5376" y="11"/>
                  </a:cubicBezTo>
                  <a:cubicBezTo>
                    <a:pt x="5376" y="5"/>
                    <a:pt x="5380" y="0"/>
                    <a:pt x="5386" y="0"/>
                  </a:cubicBezTo>
                  <a:close/>
                  <a:moveTo>
                    <a:pt x="5514" y="0"/>
                  </a:moveTo>
                  <a:lnTo>
                    <a:pt x="5578" y="0"/>
                  </a:lnTo>
                  <a:cubicBezTo>
                    <a:pt x="5584" y="0"/>
                    <a:pt x="5589" y="5"/>
                    <a:pt x="5589" y="11"/>
                  </a:cubicBezTo>
                  <a:cubicBezTo>
                    <a:pt x="5589" y="17"/>
                    <a:pt x="5584" y="22"/>
                    <a:pt x="5578" y="22"/>
                  </a:cubicBezTo>
                  <a:lnTo>
                    <a:pt x="5514" y="22"/>
                  </a:lnTo>
                  <a:cubicBezTo>
                    <a:pt x="5508" y="22"/>
                    <a:pt x="5504" y="17"/>
                    <a:pt x="5504" y="11"/>
                  </a:cubicBezTo>
                  <a:cubicBezTo>
                    <a:pt x="5504" y="5"/>
                    <a:pt x="5508" y="0"/>
                    <a:pt x="5514" y="0"/>
                  </a:cubicBezTo>
                  <a:close/>
                  <a:moveTo>
                    <a:pt x="5642" y="0"/>
                  </a:moveTo>
                  <a:lnTo>
                    <a:pt x="5706" y="0"/>
                  </a:lnTo>
                  <a:cubicBezTo>
                    <a:pt x="5712" y="0"/>
                    <a:pt x="5717" y="5"/>
                    <a:pt x="5717" y="11"/>
                  </a:cubicBezTo>
                  <a:cubicBezTo>
                    <a:pt x="5717" y="17"/>
                    <a:pt x="5712" y="22"/>
                    <a:pt x="5706" y="22"/>
                  </a:cubicBezTo>
                  <a:lnTo>
                    <a:pt x="5642" y="22"/>
                  </a:lnTo>
                  <a:cubicBezTo>
                    <a:pt x="5636" y="22"/>
                    <a:pt x="5632" y="17"/>
                    <a:pt x="5632" y="11"/>
                  </a:cubicBezTo>
                  <a:cubicBezTo>
                    <a:pt x="5632" y="5"/>
                    <a:pt x="5636" y="0"/>
                    <a:pt x="5642" y="0"/>
                  </a:cubicBezTo>
                  <a:close/>
                  <a:moveTo>
                    <a:pt x="5770" y="0"/>
                  </a:moveTo>
                  <a:lnTo>
                    <a:pt x="5834" y="0"/>
                  </a:lnTo>
                  <a:cubicBezTo>
                    <a:pt x="5840" y="0"/>
                    <a:pt x="5845" y="5"/>
                    <a:pt x="5845" y="11"/>
                  </a:cubicBezTo>
                  <a:cubicBezTo>
                    <a:pt x="5845" y="17"/>
                    <a:pt x="5840" y="22"/>
                    <a:pt x="5834" y="22"/>
                  </a:cubicBezTo>
                  <a:lnTo>
                    <a:pt x="5770" y="22"/>
                  </a:lnTo>
                  <a:cubicBezTo>
                    <a:pt x="5764" y="22"/>
                    <a:pt x="5760" y="17"/>
                    <a:pt x="5760" y="11"/>
                  </a:cubicBezTo>
                  <a:cubicBezTo>
                    <a:pt x="5760" y="5"/>
                    <a:pt x="5764" y="0"/>
                    <a:pt x="5770" y="0"/>
                  </a:cubicBezTo>
                  <a:close/>
                  <a:moveTo>
                    <a:pt x="5898" y="0"/>
                  </a:moveTo>
                  <a:lnTo>
                    <a:pt x="5962" y="0"/>
                  </a:lnTo>
                  <a:cubicBezTo>
                    <a:pt x="5968" y="0"/>
                    <a:pt x="5973" y="5"/>
                    <a:pt x="5973" y="11"/>
                  </a:cubicBezTo>
                  <a:cubicBezTo>
                    <a:pt x="5973" y="17"/>
                    <a:pt x="5968" y="22"/>
                    <a:pt x="5962" y="22"/>
                  </a:cubicBezTo>
                  <a:lnTo>
                    <a:pt x="5898" y="22"/>
                  </a:lnTo>
                  <a:cubicBezTo>
                    <a:pt x="5892" y="22"/>
                    <a:pt x="5888" y="17"/>
                    <a:pt x="5888" y="11"/>
                  </a:cubicBezTo>
                  <a:cubicBezTo>
                    <a:pt x="5888" y="5"/>
                    <a:pt x="5892" y="0"/>
                    <a:pt x="5898" y="0"/>
                  </a:cubicBezTo>
                  <a:close/>
                  <a:moveTo>
                    <a:pt x="6026" y="0"/>
                  </a:moveTo>
                  <a:lnTo>
                    <a:pt x="6090" y="0"/>
                  </a:lnTo>
                  <a:cubicBezTo>
                    <a:pt x="6096" y="0"/>
                    <a:pt x="6101" y="5"/>
                    <a:pt x="6101" y="11"/>
                  </a:cubicBezTo>
                  <a:cubicBezTo>
                    <a:pt x="6101" y="17"/>
                    <a:pt x="6096" y="22"/>
                    <a:pt x="6090" y="22"/>
                  </a:cubicBezTo>
                  <a:lnTo>
                    <a:pt x="6026" y="22"/>
                  </a:lnTo>
                  <a:cubicBezTo>
                    <a:pt x="6020" y="22"/>
                    <a:pt x="6016" y="17"/>
                    <a:pt x="6016" y="11"/>
                  </a:cubicBezTo>
                  <a:cubicBezTo>
                    <a:pt x="6016" y="5"/>
                    <a:pt x="6020" y="0"/>
                    <a:pt x="6026" y="0"/>
                  </a:cubicBezTo>
                  <a:close/>
                  <a:moveTo>
                    <a:pt x="6154" y="0"/>
                  </a:moveTo>
                  <a:lnTo>
                    <a:pt x="6218" y="0"/>
                  </a:lnTo>
                  <a:cubicBezTo>
                    <a:pt x="6224" y="0"/>
                    <a:pt x="6229" y="5"/>
                    <a:pt x="6229" y="11"/>
                  </a:cubicBezTo>
                  <a:cubicBezTo>
                    <a:pt x="6229" y="17"/>
                    <a:pt x="6224" y="22"/>
                    <a:pt x="6218" y="22"/>
                  </a:cubicBezTo>
                  <a:lnTo>
                    <a:pt x="6154" y="22"/>
                  </a:lnTo>
                  <a:cubicBezTo>
                    <a:pt x="6148" y="22"/>
                    <a:pt x="6144" y="17"/>
                    <a:pt x="6144" y="11"/>
                  </a:cubicBezTo>
                  <a:cubicBezTo>
                    <a:pt x="6144" y="5"/>
                    <a:pt x="6148" y="0"/>
                    <a:pt x="6154" y="0"/>
                  </a:cubicBezTo>
                  <a:close/>
                  <a:moveTo>
                    <a:pt x="6282" y="0"/>
                  </a:moveTo>
                  <a:lnTo>
                    <a:pt x="6346" y="0"/>
                  </a:lnTo>
                  <a:cubicBezTo>
                    <a:pt x="6352" y="0"/>
                    <a:pt x="6357" y="5"/>
                    <a:pt x="6357" y="11"/>
                  </a:cubicBezTo>
                  <a:cubicBezTo>
                    <a:pt x="6357" y="17"/>
                    <a:pt x="6352" y="22"/>
                    <a:pt x="6346" y="22"/>
                  </a:cubicBezTo>
                  <a:lnTo>
                    <a:pt x="6282" y="22"/>
                  </a:lnTo>
                  <a:cubicBezTo>
                    <a:pt x="6276" y="22"/>
                    <a:pt x="6272" y="17"/>
                    <a:pt x="6272" y="11"/>
                  </a:cubicBezTo>
                  <a:cubicBezTo>
                    <a:pt x="6272" y="5"/>
                    <a:pt x="6276" y="0"/>
                    <a:pt x="6282" y="0"/>
                  </a:cubicBezTo>
                  <a:close/>
                  <a:moveTo>
                    <a:pt x="6410" y="0"/>
                  </a:moveTo>
                  <a:lnTo>
                    <a:pt x="6474" y="0"/>
                  </a:lnTo>
                  <a:cubicBezTo>
                    <a:pt x="6480" y="0"/>
                    <a:pt x="6485" y="5"/>
                    <a:pt x="6485" y="11"/>
                  </a:cubicBezTo>
                  <a:cubicBezTo>
                    <a:pt x="6485" y="17"/>
                    <a:pt x="6480" y="22"/>
                    <a:pt x="6474" y="22"/>
                  </a:cubicBezTo>
                  <a:lnTo>
                    <a:pt x="6410" y="22"/>
                  </a:lnTo>
                  <a:cubicBezTo>
                    <a:pt x="6404" y="22"/>
                    <a:pt x="6400" y="17"/>
                    <a:pt x="6400" y="11"/>
                  </a:cubicBezTo>
                  <a:cubicBezTo>
                    <a:pt x="6400" y="5"/>
                    <a:pt x="6404" y="0"/>
                    <a:pt x="6410" y="0"/>
                  </a:cubicBezTo>
                  <a:close/>
                  <a:moveTo>
                    <a:pt x="6538" y="0"/>
                  </a:moveTo>
                  <a:lnTo>
                    <a:pt x="6602" y="0"/>
                  </a:lnTo>
                  <a:cubicBezTo>
                    <a:pt x="6608" y="0"/>
                    <a:pt x="6613" y="5"/>
                    <a:pt x="6613" y="11"/>
                  </a:cubicBezTo>
                  <a:cubicBezTo>
                    <a:pt x="6613" y="17"/>
                    <a:pt x="6608" y="22"/>
                    <a:pt x="6602" y="22"/>
                  </a:cubicBezTo>
                  <a:lnTo>
                    <a:pt x="6538" y="22"/>
                  </a:lnTo>
                  <a:cubicBezTo>
                    <a:pt x="6532" y="22"/>
                    <a:pt x="6528" y="17"/>
                    <a:pt x="6528" y="11"/>
                  </a:cubicBezTo>
                  <a:cubicBezTo>
                    <a:pt x="6528" y="5"/>
                    <a:pt x="6532" y="0"/>
                    <a:pt x="6538" y="0"/>
                  </a:cubicBezTo>
                  <a:close/>
                  <a:moveTo>
                    <a:pt x="6666" y="0"/>
                  </a:moveTo>
                  <a:lnTo>
                    <a:pt x="6730" y="0"/>
                  </a:lnTo>
                  <a:cubicBezTo>
                    <a:pt x="6736" y="0"/>
                    <a:pt x="6741" y="5"/>
                    <a:pt x="6741" y="11"/>
                  </a:cubicBezTo>
                  <a:cubicBezTo>
                    <a:pt x="6741" y="17"/>
                    <a:pt x="6736" y="22"/>
                    <a:pt x="6730" y="22"/>
                  </a:cubicBezTo>
                  <a:lnTo>
                    <a:pt x="6666" y="22"/>
                  </a:lnTo>
                  <a:cubicBezTo>
                    <a:pt x="6660" y="22"/>
                    <a:pt x="6656" y="17"/>
                    <a:pt x="6656" y="11"/>
                  </a:cubicBezTo>
                  <a:cubicBezTo>
                    <a:pt x="6656" y="5"/>
                    <a:pt x="6660" y="0"/>
                    <a:pt x="6666" y="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solidFill>
                <a:srgbClr val="00000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Rectangle 135"/>
            <p:cNvSpPr>
              <a:spLocks noChangeArrowheads="1"/>
            </p:cNvSpPr>
            <p:nvPr/>
          </p:nvSpPr>
          <p:spPr bwMode="auto">
            <a:xfrm>
              <a:off x="4725988" y="2922588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A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3" name="Rectangle 136"/>
            <p:cNvSpPr>
              <a:spLocks noChangeArrowheads="1"/>
            </p:cNvSpPr>
            <p:nvPr/>
          </p:nvSpPr>
          <p:spPr bwMode="auto">
            <a:xfrm>
              <a:off x="4730751" y="3503613"/>
              <a:ext cx="10900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B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4" name="Rectangle 137"/>
            <p:cNvSpPr>
              <a:spLocks noChangeArrowheads="1"/>
            </p:cNvSpPr>
            <p:nvPr/>
          </p:nvSpPr>
          <p:spPr bwMode="auto">
            <a:xfrm>
              <a:off x="4730751" y="4087813"/>
              <a:ext cx="120226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1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 New Roman" panose="02020603050405020304" pitchFamily="18" charset="0"/>
                </a:rPr>
                <a:t>C</a:t>
              </a:r>
              <a:endParaRPr kumimoji="0" lang="zh-CN" altLang="zh-CN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15" name="Rectangle 162"/>
            <p:cNvSpPr>
              <a:spLocks noChangeArrowheads="1"/>
            </p:cNvSpPr>
            <p:nvPr/>
          </p:nvSpPr>
          <p:spPr bwMode="auto">
            <a:xfrm>
              <a:off x="8231188" y="3752851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与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163"/>
            <p:cNvSpPr>
              <a:spLocks noChangeArrowheads="1"/>
            </p:cNvSpPr>
            <p:nvPr/>
          </p:nvSpPr>
          <p:spPr bwMode="auto">
            <a:xfrm>
              <a:off x="8231188" y="3967163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164"/>
            <p:cNvSpPr>
              <a:spLocks noChangeArrowheads="1"/>
            </p:cNvSpPr>
            <p:nvPr/>
          </p:nvSpPr>
          <p:spPr bwMode="auto">
            <a:xfrm>
              <a:off x="8231188" y="4181476"/>
              <a:ext cx="192088" cy="219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165"/>
            <p:cNvSpPr>
              <a:spLocks noChangeArrowheads="1"/>
            </p:cNvSpPr>
            <p:nvPr/>
          </p:nvSpPr>
          <p:spPr bwMode="auto">
            <a:xfrm>
              <a:off x="5164138" y="4916488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或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166"/>
            <p:cNvSpPr>
              <a:spLocks noChangeArrowheads="1"/>
            </p:cNvSpPr>
            <p:nvPr/>
          </p:nvSpPr>
          <p:spPr bwMode="auto">
            <a:xfrm>
              <a:off x="5164138" y="5130801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阵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Rectangle 167"/>
            <p:cNvSpPr>
              <a:spLocks noChangeArrowheads="1"/>
            </p:cNvSpPr>
            <p:nvPr/>
          </p:nvSpPr>
          <p:spPr bwMode="auto">
            <a:xfrm>
              <a:off x="5164138" y="5346701"/>
              <a:ext cx="192088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zh-CN" sz="1400" b="0" i="0" u="none" strike="noStrike" cap="none" normalizeH="0" baseline="0">
                  <a:ln>
                    <a:noFill/>
                  </a:ln>
                  <a:solidFill>
                    <a:srgbClr val="FF00FF"/>
                  </a:solidFill>
                  <a:effectLst/>
                  <a:latin typeface="宋体" panose="02010600030101010101" pitchFamily="2" charset="-122"/>
                  <a:ea typeface="宋体" panose="02010600030101010101" pitchFamily="2" charset="-122"/>
                </a:rPr>
                <a:t>列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Line 100"/>
            <p:cNvSpPr>
              <a:spLocks noChangeShapeType="1"/>
            </p:cNvSpPr>
            <p:nvPr/>
          </p:nvSpPr>
          <p:spPr bwMode="auto">
            <a:xfrm>
              <a:off x="6925775" y="2841626"/>
              <a:ext cx="0" cy="2709863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文本框 121"/>
            <p:cNvSpPr txBox="1"/>
            <p:nvPr/>
          </p:nvSpPr>
          <p:spPr>
            <a:xfrm>
              <a:off x="5638802" y="3149879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5915405" y="3420944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24" name="文本框 123"/>
            <p:cNvSpPr txBox="1"/>
            <p:nvPr/>
          </p:nvSpPr>
          <p:spPr>
            <a:xfrm>
              <a:off x="5637826" y="3704867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25" name="文本框 124"/>
            <p:cNvSpPr txBox="1"/>
            <p:nvPr/>
          </p:nvSpPr>
          <p:spPr>
            <a:xfrm>
              <a:off x="5921474" y="4004818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5638802" y="4726000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  <p:sp>
          <p:nvSpPr>
            <p:cNvPr id="127" name="文本框 126"/>
            <p:cNvSpPr txBox="1"/>
            <p:nvPr/>
          </p:nvSpPr>
          <p:spPr>
            <a:xfrm>
              <a:off x="5919643" y="4718051"/>
              <a:ext cx="2895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X</a:t>
              </a:r>
              <a:endParaRPr lang="zh-CN" altLang="en-US" dirty="0"/>
            </a:p>
          </p:txBody>
        </p:sp>
      </p:grpSp>
      <p:sp>
        <p:nvSpPr>
          <p:cNvPr id="129" name="矩形 128"/>
          <p:cNvSpPr/>
          <p:nvPr/>
        </p:nvSpPr>
        <p:spPr>
          <a:xfrm>
            <a:off x="7819077" y="5458248"/>
            <a:ext cx="12695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图（</a:t>
            </a:r>
            <a:r>
              <a:rPr lang="en-US" altLang="zh-CN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b="1" dirty="0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9" grpId="0"/>
    </p:bldLst>
  </p:timing>
</p:sld>
</file>

<file path=ppt/tags/tag1.xml><?xml version="1.0" encoding="utf-8"?>
<p:tagLst xmlns:p="http://schemas.openxmlformats.org/presentationml/2006/main">
  <p:tag name="COMMONDATA" val="eyJoZGlkIjoiYTJjNzQyMjNhZGU0ZjZmZGFlNmE0NWUwOTFhNzA3ZmYifQ=="/>
  <p:tag name="commondata" val="eyJoZGlkIjoiMDg0NTViNmJiYjUwNjU1N2MwMDFjMDJkYjhmZTNlNT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3409</Words>
  <Application>WPS 演示</Application>
  <PresentationFormat>宽屏</PresentationFormat>
  <Paragraphs>1476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29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华文新魏</vt:lpstr>
      <vt:lpstr>隶书</vt:lpstr>
      <vt:lpstr>黑体</vt:lpstr>
      <vt:lpstr>楷体_GB2312</vt:lpstr>
      <vt:lpstr>新宋体</vt:lpstr>
      <vt:lpstr>Monotype Sorts</vt:lpstr>
      <vt:lpstr>Times New Roman</vt:lpstr>
      <vt:lpstr>微软雅黑</vt:lpstr>
      <vt:lpstr>Arial Unicode MS</vt:lpstr>
      <vt:lpstr>Calibri</vt:lpstr>
      <vt:lpstr>等线</vt:lpstr>
      <vt:lpstr>Symbol</vt:lpstr>
      <vt:lpstr>Cambria Math</vt:lpstr>
      <vt:lpstr>Wingdings</vt:lpstr>
      <vt:lpstr>Office 主题</vt:lpstr>
      <vt:lpstr>Equation.KSEE3</vt:lpstr>
      <vt:lpstr>Equation.KSEE3</vt:lpstr>
      <vt:lpstr>Visio.Drawing.11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2022-2023-2数电B期末复习</dc:title>
  <dc:creator>yhx</dc:creator>
  <cp:lastModifiedBy>zyb</cp:lastModifiedBy>
  <cp:revision>53</cp:revision>
  <dcterms:created xsi:type="dcterms:W3CDTF">2023-05-31T08:07:00Z</dcterms:created>
  <dcterms:modified xsi:type="dcterms:W3CDTF">2024-12-25T03:06:17Z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90E27CABE4064BA499063C66AD767C31_12</vt:lpwstr>
  </property>
  <property fmtid="{D5CDD505-2E9C-101B-9397-08002B2CF9AE}" pid="3" name="KSOProductBuildVer">
    <vt:lpwstr>2052-12.1.0.18276</vt:lpwstr>
  </property>
</Properties>
</file>